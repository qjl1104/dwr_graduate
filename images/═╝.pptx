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311" r:id="rId6"/>
    <p:sldId id="260" r:id="rId7"/>
    <p:sldId id="286" r:id="rId8"/>
    <p:sldId id="620" r:id="rId9"/>
    <p:sldId id="622" r:id="rId10"/>
    <p:sldId id="625" r:id="rId11"/>
    <p:sldId id="626" r:id="rId12"/>
    <p:sldId id="627" r:id="rId13"/>
    <p:sldId id="628" r:id="rId14"/>
    <p:sldId id="619" r:id="rId15"/>
    <p:sldId id="629" r:id="rId16"/>
    <p:sldId id="630" r:id="rId17"/>
    <p:sldId id="631" r:id="rId18"/>
    <p:sldId id="632" r:id="rId19"/>
    <p:sldId id="63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2F2"/>
    <a:srgbClr val="C9A4E4"/>
    <a:srgbClr val="90E775"/>
    <a:srgbClr val="A2D086"/>
    <a:srgbClr val="E2F0D9"/>
    <a:srgbClr val="DDD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693" autoAdjust="0"/>
  </p:normalViewPr>
  <p:slideViewPr>
    <p:cSldViewPr snapToGrid="0">
      <p:cViewPr varScale="1">
        <p:scale>
          <a:sx n="65" d="100"/>
          <a:sy n="65" d="100"/>
        </p:scale>
        <p:origin x="96" y="3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4743F-1730-48D6-B8F4-534C286CD984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CA460-9197-45E2-964B-0F18DB65E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649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713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302CC-A95F-D73E-B95D-387D2A9D1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B89977-3E89-52A7-AAC9-6DF336196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2DFD74-E2BB-CF3D-03ED-3FD735DC0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27B0C6-7E36-5A4A-55CF-78CFFA520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515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9A5A2-2A17-A78D-1C51-0E02AFD4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0D173E-A41B-FA0B-98A2-49FF11449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E96029-7111-BBE3-7579-D95057800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DA51BD-3B93-9486-8C26-C3957C39E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880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CF209-8128-46D7-8CFB-66DF427D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CDAA06-295B-9BCE-D538-252F38E26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29F65D-FD3A-635E-1092-39798033E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CB5B17-F2D4-4B79-9207-BF2E886F8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660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723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4210-DAC8-FF6C-095B-7A9AE97B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325237-60F1-7D75-F61F-2AD68C247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985468-8666-845D-6D71-7A787C77A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D8BC6-3036-CB76-4E1A-2B8F6351D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381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475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A8D6-A13D-8381-E55D-AD378325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CA251C-ED39-6E67-F1B8-F24C976EC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837F73-34CF-DD99-FB36-5EB5CBCFF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A6D75F-BA3F-56E7-0E91-C185A87C3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387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694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846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191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622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679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EEEE-8034-D31E-51F9-550F96E7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1B58C7-D9F2-2162-91CB-287C33711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695566-0426-029E-AC1F-B3059708B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F8A092-9D40-CFE5-3A0A-D4736063D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214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EEEE-8034-D31E-51F9-550F96E7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1B58C7-D9F2-2162-91CB-287C33711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695566-0426-029E-AC1F-B3059708B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F8A092-9D40-CFE5-3A0A-D4736063D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708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EEEE-8034-D31E-51F9-550F96E7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1B58C7-D9F2-2162-91CB-287C33711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695566-0426-029E-AC1F-B3059708B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F8A092-9D40-CFE5-3A0A-D4736063D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CA460-9197-45E2-964B-0F18DB65ED4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669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8B533-BE00-5945-D1EA-041426BB3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3BED66-E446-6AC5-4F48-F91DD075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6A9833-C5BA-D615-7501-A63FB958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33A475-A610-5A6D-4DA4-59A807E6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737CC-13E8-F67F-6515-670C2196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26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B09FE-86F0-E293-23DA-D22B8A1E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ED9759-FFCF-181A-7B12-9CBCC97F8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8A095-DB20-1B7D-04D0-AFA5BAAF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BFFF6-E217-8871-FC30-E4126404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2A84D9-C18F-D9FD-C959-6C4C512D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7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6AE17-BA20-94D1-1BD7-74A39A5A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AFF42E-620B-C94F-53C8-B79DB44C7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95ED45-B86C-B692-4E44-F260A9CFE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5FFD4-3FE9-8692-935E-D50636FC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69D25-2514-B852-9975-E285F416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79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1E019-210E-FFEB-960D-8CADB87B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0D8C-6F23-C866-EE5C-83322B3CD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11CCFB-49C7-5162-65EB-C0E564704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CE8EAF-0362-F8B8-BE45-C4987CDF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8BC7EB-56C6-67C7-85D9-0FF53ACA0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F97310-11C9-2BF8-23F5-63F0B138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9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5ED8D-1DA3-3D8E-6054-ACC0B54D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BD7A82-6E1B-482C-7A50-C72C9E2C0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8FC255-A42F-0EB7-7B1C-55C828AA7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3B686D-3D04-D16C-6F01-0094F211B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DB7DC7-6985-5BC1-86B1-1FF0DD61D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8DBECB-5258-1971-B2FE-BE5516A0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8E2563-9C95-326C-356F-D297F76D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22F0C5-64D0-7C74-3B40-E2B26A47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31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7AAF9-ED6B-DD8C-941E-24A5EC40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C0494E-E836-8436-29C4-895AA981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CD9424-6ECC-85D8-FB19-909C5A85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3228F8-8A33-687C-459F-52B86F6E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27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159525-7A67-CF6E-682C-369F3AE8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7E997C-DE9C-5CFC-B3CE-1611D840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A94656-44A7-90AB-F800-9D2450A12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43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71374-A93F-99B8-CE03-02994554F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40070-4FB6-6119-A8D3-4E80090FD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4D02D8-6117-4492-0DDB-C9E0E1307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140552-9771-0D47-F7A7-E9AAA505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6FA122-7551-3224-C292-011D47CC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6A510-7BDF-05B9-4C4D-667B7BBE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63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28269-D20B-8DE1-C78F-C62F0FE6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0D590B-927D-0346-28B8-D88E3574F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8A6565-FDD8-9C22-AE84-DF121834E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6CD26A-CEA2-AFA1-4B38-DD7894A1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7F746B-FB0F-D972-ACBB-B2CF50FF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71CB4D-589F-10B2-41E4-A1CF2370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02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DF883-95DE-7926-78DD-78669734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558562-74CB-520E-0647-1AFDC0A95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730407-0288-2157-02D6-A28A1D058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79644-DF4B-149D-4107-B8BB9076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E98E9E-7DFE-00CB-2345-BCEEC3F2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33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FD8AEB-9CB3-7D36-7562-15CA2C6F6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2B87CB-8E8B-79F6-5E3E-02033FD93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332E70-497A-792C-0EA1-86387F9E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33D51-05B9-D6E3-6B04-C0BBA548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7FB66-8BB0-89CA-64E2-E8A7A23B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42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7A0932-1C99-8D7D-F9BD-10F351FB6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C4A741-F4A9-24B3-0718-8F9451DF0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B248B5-4B70-D263-FD94-FAA8B092B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7CF5A-BD0D-4410-A90F-8138CF84A335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1DDCA-4467-3E74-33DA-64CAF761F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562FDD-E9F6-7A64-ECDF-5F8867665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46914-33BA-42A5-A925-0B22E420DC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28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oleObject" Target="../embeddings/oleObject6.bin"/><Relationship Id="rId21" Type="http://schemas.openxmlformats.org/officeDocument/2006/relationships/image" Target="../media/image9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8.wmf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image" Target="../media/image3.png"/><Relationship Id="rId10" Type="http://schemas.openxmlformats.org/officeDocument/2006/relationships/image" Target="../media/image7.wmf"/><Relationship Id="rId19" Type="http://schemas.openxmlformats.org/officeDocument/2006/relationships/image" Target="../media/image7.png"/><Relationship Id="rId4" Type="http://schemas.openxmlformats.org/officeDocument/2006/relationships/image" Target="../media/image1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21.bin"/><Relationship Id="rId26" Type="http://schemas.openxmlformats.org/officeDocument/2006/relationships/oleObject" Target="../embeddings/oleObject29.bin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4.bin"/><Relationship Id="rId34" Type="http://schemas.openxmlformats.org/officeDocument/2006/relationships/image" Target="../media/image38.png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8.bin"/><Relationship Id="rId3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3.bin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5.bin"/><Relationship Id="rId24" Type="http://schemas.openxmlformats.org/officeDocument/2006/relationships/oleObject" Target="../embeddings/oleObject27.bin"/><Relationship Id="rId32" Type="http://schemas.openxmlformats.org/officeDocument/2006/relationships/image" Target="../media/image36.png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6.bin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22.bin"/><Relationship Id="rId31" Type="http://schemas.openxmlformats.org/officeDocument/2006/relationships/image" Target="../media/image35.png"/><Relationship Id="rId4" Type="http://schemas.openxmlformats.org/officeDocument/2006/relationships/image" Target="../media/image9.wmf"/><Relationship Id="rId9" Type="http://schemas.openxmlformats.org/officeDocument/2006/relationships/oleObject" Target="../embeddings/oleObject14.bin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.bin"/><Relationship Id="rId18" Type="http://schemas.openxmlformats.org/officeDocument/2006/relationships/oleObject" Target="../embeddings/oleObject39.bin"/><Relationship Id="rId26" Type="http://schemas.openxmlformats.org/officeDocument/2006/relationships/oleObject" Target="../embeddings/oleObject47.bin"/><Relationship Id="rId39" Type="http://schemas.openxmlformats.org/officeDocument/2006/relationships/image" Target="../media/image43.png"/><Relationship Id="rId21" Type="http://schemas.openxmlformats.org/officeDocument/2006/relationships/oleObject" Target="../embeddings/oleObject42.bin"/><Relationship Id="rId34" Type="http://schemas.openxmlformats.org/officeDocument/2006/relationships/oleObject" Target="../embeddings/oleObject55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6.bin"/><Relationship Id="rId33" Type="http://schemas.openxmlformats.org/officeDocument/2006/relationships/oleObject" Target="../embeddings/oleObject54.bin"/><Relationship Id="rId38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41.bin"/><Relationship Id="rId29" Type="http://schemas.openxmlformats.org/officeDocument/2006/relationships/oleObject" Target="../embeddings/oleObject50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45.bin"/><Relationship Id="rId32" Type="http://schemas.openxmlformats.org/officeDocument/2006/relationships/oleObject" Target="../embeddings/oleObject53.bin"/><Relationship Id="rId37" Type="http://schemas.openxmlformats.org/officeDocument/2006/relationships/image" Target="../media/image41.png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4.bin"/><Relationship Id="rId28" Type="http://schemas.openxmlformats.org/officeDocument/2006/relationships/oleObject" Target="../embeddings/oleObject49.bin"/><Relationship Id="rId36" Type="http://schemas.openxmlformats.org/officeDocument/2006/relationships/oleObject" Target="../embeddings/oleObject57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52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15.wmf"/><Relationship Id="rId22" Type="http://schemas.openxmlformats.org/officeDocument/2006/relationships/oleObject" Target="../embeddings/oleObject43.bin"/><Relationship Id="rId27" Type="http://schemas.openxmlformats.org/officeDocument/2006/relationships/oleObject" Target="../embeddings/oleObject48.bin"/><Relationship Id="rId30" Type="http://schemas.openxmlformats.org/officeDocument/2006/relationships/oleObject" Target="../embeddings/oleObject51.bin"/><Relationship Id="rId35" Type="http://schemas.openxmlformats.org/officeDocument/2006/relationships/oleObject" Target="../embeddings/oleObject56.bin"/><Relationship Id="rId8" Type="http://schemas.openxmlformats.org/officeDocument/2006/relationships/image" Target="../media/image11.wmf"/><Relationship Id="rId3" Type="http://schemas.openxmlformats.org/officeDocument/2006/relationships/oleObject" Target="../embeddings/oleObject3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0.png"/><Relationship Id="rId34" Type="http://schemas.openxmlformats.org/officeDocument/2006/relationships/image" Target="../media/image6.png"/><Relationship Id="rId7" Type="http://schemas.openxmlformats.org/officeDocument/2006/relationships/image" Target="../media/image48.png"/><Relationship Id="rId3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32" Type="http://schemas.openxmlformats.org/officeDocument/2006/relationships/image" Target="../media/image4.png"/><Relationship Id="rId37" Type="http://schemas.openxmlformats.org/officeDocument/2006/relationships/image" Target="../media/image9.png"/><Relationship Id="rId5" Type="http://schemas.openxmlformats.org/officeDocument/2006/relationships/image" Target="../media/image46.png"/><Relationship Id="rId36" Type="http://schemas.openxmlformats.org/officeDocument/2006/relationships/image" Target="../media/image8.png"/><Relationship Id="rId10" Type="http://schemas.openxmlformats.org/officeDocument/2006/relationships/image" Target="../media/image51.png"/><Relationship Id="rId31" Type="http://schemas.openxmlformats.org/officeDocument/2006/relationships/image" Target="../media/image3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30" Type="http://schemas.openxmlformats.org/officeDocument/2006/relationships/image" Target="../media/image2.png"/><Relationship Id="rId35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44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.bin"/><Relationship Id="rId18" Type="http://schemas.openxmlformats.org/officeDocument/2006/relationships/oleObject" Target="../embeddings/oleObject39.bin"/><Relationship Id="rId26" Type="http://schemas.openxmlformats.org/officeDocument/2006/relationships/oleObject" Target="../embeddings/oleObject47.bin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42.bin"/><Relationship Id="rId34" Type="http://schemas.openxmlformats.org/officeDocument/2006/relationships/oleObject" Target="../embeddings/oleObject55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6.bin"/><Relationship Id="rId33" Type="http://schemas.openxmlformats.org/officeDocument/2006/relationships/oleObject" Target="../embeddings/oleObject54.bin"/><Relationship Id="rId2" Type="http://schemas.openxmlformats.org/officeDocument/2006/relationships/notesSlide" Target="../notesSlides/notesSlide10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41.bin"/><Relationship Id="rId29" Type="http://schemas.openxmlformats.org/officeDocument/2006/relationships/oleObject" Target="../embeddings/oleObject50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45.bin"/><Relationship Id="rId32" Type="http://schemas.openxmlformats.org/officeDocument/2006/relationships/oleObject" Target="../embeddings/oleObject53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4.bin"/><Relationship Id="rId28" Type="http://schemas.openxmlformats.org/officeDocument/2006/relationships/oleObject" Target="../embeddings/oleObject49.bin"/><Relationship Id="rId36" Type="http://schemas.openxmlformats.org/officeDocument/2006/relationships/oleObject" Target="../embeddings/oleObject57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52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15.wmf"/><Relationship Id="rId22" Type="http://schemas.openxmlformats.org/officeDocument/2006/relationships/oleObject" Target="../embeddings/oleObject43.bin"/><Relationship Id="rId27" Type="http://schemas.openxmlformats.org/officeDocument/2006/relationships/oleObject" Target="../embeddings/oleObject48.bin"/><Relationship Id="rId30" Type="http://schemas.openxmlformats.org/officeDocument/2006/relationships/oleObject" Target="../embeddings/oleObject51.bin"/><Relationship Id="rId35" Type="http://schemas.openxmlformats.org/officeDocument/2006/relationships/oleObject" Target="../embeddings/oleObject56.bin"/><Relationship Id="rId8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.bin"/><Relationship Id="rId18" Type="http://schemas.openxmlformats.org/officeDocument/2006/relationships/oleObject" Target="../embeddings/oleObject39.bin"/><Relationship Id="rId26" Type="http://schemas.openxmlformats.org/officeDocument/2006/relationships/oleObject" Target="../embeddings/oleObject55.bin"/><Relationship Id="rId39" Type="http://schemas.openxmlformats.org/officeDocument/2006/relationships/image" Target="../media/image670.png"/><Relationship Id="rId21" Type="http://schemas.openxmlformats.org/officeDocument/2006/relationships/oleObject" Target="../embeddings/oleObject50.bin"/><Relationship Id="rId34" Type="http://schemas.openxmlformats.org/officeDocument/2006/relationships/image" Target="../media/image6.png"/><Relationship Id="rId42" Type="http://schemas.openxmlformats.org/officeDocument/2006/relationships/image" Target="../media/image70.png"/><Relationship Id="rId47" Type="http://schemas.openxmlformats.org/officeDocument/2006/relationships/image" Target="../media/image75.png"/><Relationship Id="rId50" Type="http://schemas.openxmlformats.org/officeDocument/2006/relationships/image" Target="../media/image78.png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11.xml"/><Relationship Id="rId16" Type="http://schemas.openxmlformats.org/officeDocument/2006/relationships/oleObject" Target="../embeddings/oleObject37.bin"/><Relationship Id="rId29" Type="http://schemas.openxmlformats.org/officeDocument/2006/relationships/image" Target="../media/image1.png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53.bin"/><Relationship Id="rId32" Type="http://schemas.openxmlformats.org/officeDocument/2006/relationships/image" Target="../media/image67.png"/><Relationship Id="rId37" Type="http://schemas.openxmlformats.org/officeDocument/2006/relationships/image" Target="../media/image69.png"/><Relationship Id="rId40" Type="http://schemas.openxmlformats.org/officeDocument/2006/relationships/image" Target="../media/image680.png"/><Relationship Id="rId45" Type="http://schemas.openxmlformats.org/officeDocument/2006/relationships/image" Target="../media/image73.png"/><Relationship Id="rId53" Type="http://schemas.openxmlformats.org/officeDocument/2006/relationships/image" Target="../media/image81.png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40.bin"/><Relationship Id="rId31" Type="http://schemas.openxmlformats.org/officeDocument/2006/relationships/image" Target="../media/image3.png"/><Relationship Id="rId44" Type="http://schemas.openxmlformats.org/officeDocument/2006/relationships/image" Target="../media/image72.png"/><Relationship Id="rId52" Type="http://schemas.openxmlformats.org/officeDocument/2006/relationships/image" Target="../media/image80.png"/><Relationship Id="rId4" Type="http://schemas.openxmlformats.org/officeDocument/2006/relationships/image" Target="../media/image9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15.wmf"/><Relationship Id="rId22" Type="http://schemas.openxmlformats.org/officeDocument/2006/relationships/oleObject" Target="../embeddings/oleObject51.bin"/><Relationship Id="rId27" Type="http://schemas.openxmlformats.org/officeDocument/2006/relationships/oleObject" Target="../embeddings/oleObject56.bin"/><Relationship Id="rId30" Type="http://schemas.openxmlformats.org/officeDocument/2006/relationships/image" Target="../media/image2.png"/><Relationship Id="rId35" Type="http://schemas.openxmlformats.org/officeDocument/2006/relationships/image" Target="../media/image7.png"/><Relationship Id="rId43" Type="http://schemas.openxmlformats.org/officeDocument/2006/relationships/image" Target="../media/image71.png"/><Relationship Id="rId48" Type="http://schemas.openxmlformats.org/officeDocument/2006/relationships/image" Target="../media/image76.png"/><Relationship Id="rId8" Type="http://schemas.openxmlformats.org/officeDocument/2006/relationships/image" Target="../media/image11.wmf"/><Relationship Id="rId51" Type="http://schemas.openxmlformats.org/officeDocument/2006/relationships/image" Target="../media/image79.png"/><Relationship Id="rId3" Type="http://schemas.openxmlformats.org/officeDocument/2006/relationships/oleObject" Target="../embeddings/oleObject30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54.bin"/><Relationship Id="rId33" Type="http://schemas.openxmlformats.org/officeDocument/2006/relationships/image" Target="../media/image68.png"/><Relationship Id="rId38" Type="http://schemas.openxmlformats.org/officeDocument/2006/relationships/image" Target="../media/image660.png"/><Relationship Id="rId46" Type="http://schemas.openxmlformats.org/officeDocument/2006/relationships/image" Target="../media/image74.png"/><Relationship Id="rId20" Type="http://schemas.openxmlformats.org/officeDocument/2006/relationships/oleObject" Target="../embeddings/oleObject41.bin"/><Relationship Id="rId41" Type="http://schemas.openxmlformats.org/officeDocument/2006/relationships/image" Target="../media/image690.png"/><Relationship Id="rId54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wmf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52.bin"/><Relationship Id="rId28" Type="http://schemas.openxmlformats.org/officeDocument/2006/relationships/oleObject" Target="../embeddings/oleObject57.bin"/><Relationship Id="rId36" Type="http://schemas.openxmlformats.org/officeDocument/2006/relationships/image" Target="../media/image8.png"/><Relationship Id="rId4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1.png"/><Relationship Id="rId3" Type="http://schemas.openxmlformats.org/officeDocument/2006/relationships/image" Target="../media/image83.png"/><Relationship Id="rId34" Type="http://schemas.openxmlformats.org/officeDocument/2006/relationships/image" Target="../media/image6.png"/><Relationship Id="rId7" Type="http://schemas.openxmlformats.org/officeDocument/2006/relationships/image" Target="../media/image86.png"/><Relationship Id="rId12" Type="http://schemas.openxmlformats.org/officeDocument/2006/relationships/image" Target="../media/image90.png"/><Relationship Id="rId33" Type="http://schemas.openxmlformats.org/officeDocument/2006/relationships/image" Target="../media/image68.png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89.png"/><Relationship Id="rId32" Type="http://schemas.openxmlformats.org/officeDocument/2006/relationships/image" Target="../media/image67.png"/><Relationship Id="rId37" Type="http://schemas.openxmlformats.org/officeDocument/2006/relationships/image" Target="../media/image69.png"/><Relationship Id="rId5" Type="http://schemas.openxmlformats.org/officeDocument/2006/relationships/image" Target="../media/image64.png"/><Relationship Id="rId15" Type="http://schemas.openxmlformats.org/officeDocument/2006/relationships/image" Target="../media/image93.png"/><Relationship Id="rId36" Type="http://schemas.openxmlformats.org/officeDocument/2006/relationships/image" Target="../media/image8.png"/><Relationship Id="rId10" Type="http://schemas.openxmlformats.org/officeDocument/2006/relationships/image" Target="../media/image880.png"/><Relationship Id="rId31" Type="http://schemas.openxmlformats.org/officeDocument/2006/relationships/image" Target="../media/image3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Relationship Id="rId14" Type="http://schemas.openxmlformats.org/officeDocument/2006/relationships/image" Target="../media/image92.png"/><Relationship Id="rId30" Type="http://schemas.openxmlformats.org/officeDocument/2006/relationships/image" Target="../media/image2.png"/><Relationship Id="rId35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3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60.bin"/><Relationship Id="rId26" Type="http://schemas.openxmlformats.org/officeDocument/2006/relationships/oleObject" Target="../embeddings/oleObject68.bin"/><Relationship Id="rId21" Type="http://schemas.openxmlformats.org/officeDocument/2006/relationships/oleObject" Target="../embeddings/oleObject63.bin"/><Relationship Id="rId34" Type="http://schemas.openxmlformats.org/officeDocument/2006/relationships/oleObject" Target="../embeddings/oleObject76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59.bin"/><Relationship Id="rId25" Type="http://schemas.openxmlformats.org/officeDocument/2006/relationships/oleObject" Target="../embeddings/oleObject67.bin"/><Relationship Id="rId33" Type="http://schemas.openxmlformats.org/officeDocument/2006/relationships/oleObject" Target="../embeddings/oleObject75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95.wmf"/><Relationship Id="rId20" Type="http://schemas.openxmlformats.org/officeDocument/2006/relationships/oleObject" Target="../embeddings/oleObject62.bin"/><Relationship Id="rId29" Type="http://schemas.openxmlformats.org/officeDocument/2006/relationships/oleObject" Target="../embeddings/oleObject7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5.bin"/><Relationship Id="rId24" Type="http://schemas.openxmlformats.org/officeDocument/2006/relationships/oleObject" Target="../embeddings/oleObject66.bin"/><Relationship Id="rId32" Type="http://schemas.openxmlformats.org/officeDocument/2006/relationships/oleObject" Target="../embeddings/oleObject74.bin"/><Relationship Id="rId37" Type="http://schemas.openxmlformats.org/officeDocument/2006/relationships/oleObject" Target="../embeddings/oleObject79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58.bin"/><Relationship Id="rId23" Type="http://schemas.openxmlformats.org/officeDocument/2006/relationships/oleObject" Target="../embeddings/oleObject65.bin"/><Relationship Id="rId28" Type="http://schemas.openxmlformats.org/officeDocument/2006/relationships/oleObject" Target="../embeddings/oleObject70.bin"/><Relationship Id="rId36" Type="http://schemas.openxmlformats.org/officeDocument/2006/relationships/oleObject" Target="../embeddings/oleObject78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61.bin"/><Relationship Id="rId31" Type="http://schemas.openxmlformats.org/officeDocument/2006/relationships/oleObject" Target="../embeddings/oleObject73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14.bin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64.bin"/><Relationship Id="rId27" Type="http://schemas.openxmlformats.org/officeDocument/2006/relationships/oleObject" Target="../embeddings/oleObject69.bin"/><Relationship Id="rId30" Type="http://schemas.openxmlformats.org/officeDocument/2006/relationships/oleObject" Target="../embeddings/oleObject72.bin"/><Relationship Id="rId35" Type="http://schemas.openxmlformats.org/officeDocument/2006/relationships/oleObject" Target="../embeddings/oleObject77.bin"/><Relationship Id="rId8" Type="http://schemas.openxmlformats.org/officeDocument/2006/relationships/image" Target="../media/image11.wmf"/><Relationship Id="rId3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oleObject" Target="../embeddings/oleObject88.bin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101.bin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96.bin"/><Relationship Id="rId7" Type="http://schemas.openxmlformats.org/officeDocument/2006/relationships/oleObject" Target="../embeddings/oleObject82.bin"/><Relationship Id="rId12" Type="http://schemas.openxmlformats.org/officeDocument/2006/relationships/oleObject" Target="../embeddings/oleObject87.bin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100.bin"/><Relationship Id="rId2" Type="http://schemas.openxmlformats.org/officeDocument/2006/relationships/notesSlide" Target="../notesSlides/notesSlide15.xml"/><Relationship Id="rId16" Type="http://schemas.openxmlformats.org/officeDocument/2006/relationships/oleObject" Target="../embeddings/oleObject91.bin"/><Relationship Id="rId20" Type="http://schemas.openxmlformats.org/officeDocument/2006/relationships/oleObject" Target="../embeddings/oleObject95.bin"/><Relationship Id="rId29" Type="http://schemas.openxmlformats.org/officeDocument/2006/relationships/oleObject" Target="../embeddings/oleObject103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86.bin"/><Relationship Id="rId24" Type="http://schemas.openxmlformats.org/officeDocument/2006/relationships/oleObject" Target="../embeddings/oleObject99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90.bin"/><Relationship Id="rId23" Type="http://schemas.openxmlformats.org/officeDocument/2006/relationships/oleObject" Target="../embeddings/oleObject98.bin"/><Relationship Id="rId28" Type="http://schemas.openxmlformats.org/officeDocument/2006/relationships/image" Target="../media/image98.wmf"/><Relationship Id="rId10" Type="http://schemas.openxmlformats.org/officeDocument/2006/relationships/oleObject" Target="../embeddings/oleObject85.bin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84.bin"/><Relationship Id="rId14" Type="http://schemas.openxmlformats.org/officeDocument/2006/relationships/oleObject" Target="../embeddings/oleObject89.bin"/><Relationship Id="rId22" Type="http://schemas.openxmlformats.org/officeDocument/2006/relationships/oleObject" Target="../embeddings/oleObject97.bin"/><Relationship Id="rId27" Type="http://schemas.openxmlformats.org/officeDocument/2006/relationships/oleObject" Target="../embeddings/oleObject102.bin"/><Relationship Id="rId30" Type="http://schemas.openxmlformats.org/officeDocument/2006/relationships/image" Target="../media/image9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jpeg"/><Relationship Id="rId4" Type="http://schemas.openxmlformats.org/officeDocument/2006/relationships/image" Target="../media/image101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104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103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57.png"/><Relationship Id="rId5" Type="http://schemas.openxmlformats.org/officeDocument/2006/relationships/image" Target="../media/image106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105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1DEE43E-05CC-DA4C-77AF-69CB43C64269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C4C6BD9-7EED-0381-2A34-2D2282B7D5E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14373A1-894D-1D73-5EF3-04FBDAED19C6}"/>
              </a:ext>
            </a:extLst>
          </p:cNvPr>
          <p:cNvGrpSpPr/>
          <p:nvPr/>
        </p:nvGrpSpPr>
        <p:grpSpPr>
          <a:xfrm>
            <a:off x="911640" y="2758051"/>
            <a:ext cx="11280360" cy="3316843"/>
            <a:chOff x="406000" y="191832"/>
            <a:chExt cx="11280360" cy="3316843"/>
          </a:xfrm>
        </p:grpSpPr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6B176BED-2033-007B-1861-6C29C1FAE62C}"/>
                </a:ext>
              </a:extLst>
            </p:cNvPr>
            <p:cNvSpPr/>
            <p:nvPr/>
          </p:nvSpPr>
          <p:spPr>
            <a:xfrm>
              <a:off x="614715" y="1693053"/>
              <a:ext cx="11071645" cy="22206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0E53C77E-B31B-26BB-D787-94B593C28068}"/>
                </a:ext>
              </a:extLst>
            </p:cNvPr>
            <p:cNvGrpSpPr/>
            <p:nvPr/>
          </p:nvGrpSpPr>
          <p:grpSpPr>
            <a:xfrm>
              <a:off x="406000" y="195820"/>
              <a:ext cx="1222974" cy="1719301"/>
              <a:chOff x="381286" y="1820733"/>
              <a:chExt cx="1222974" cy="1719301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29850C92-DCAA-0181-07F7-F51A73634B36}"/>
                  </a:ext>
                </a:extLst>
              </p:cNvPr>
              <p:cNvGrpSpPr/>
              <p:nvPr/>
            </p:nvGrpSpPr>
            <p:grpSpPr>
              <a:xfrm>
                <a:off x="881740" y="2808514"/>
                <a:ext cx="222068" cy="731520"/>
                <a:chOff x="881740" y="2808514"/>
                <a:chExt cx="222068" cy="731520"/>
              </a:xfrm>
            </p:grpSpPr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A5B86805-768A-A8E1-25E9-CFD6260EB7BA}"/>
                    </a:ext>
                  </a:extLst>
                </p:cNvPr>
                <p:cNvSpPr/>
                <p:nvPr/>
              </p:nvSpPr>
              <p:spPr>
                <a:xfrm>
                  <a:off x="881740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9B8AD4F5-FBA7-E004-860A-C13254DA2EE1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992774" y="2808514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CEDB560-2421-8E52-F20F-9EAF19EBD739}"/>
                  </a:ext>
                </a:extLst>
              </p:cNvPr>
              <p:cNvSpPr txBox="1"/>
              <p:nvPr/>
            </p:nvSpPr>
            <p:spPr>
              <a:xfrm>
                <a:off x="381286" y="1820733"/>
                <a:ext cx="12229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2011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年加拿大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D-Wave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公司推出首台商用量子计算机</a:t>
                </a: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FE6F54AC-3592-E187-5133-AFE3B66DBF4A}"/>
                </a:ext>
              </a:extLst>
            </p:cNvPr>
            <p:cNvGrpSpPr/>
            <p:nvPr/>
          </p:nvGrpSpPr>
          <p:grpSpPr>
            <a:xfrm>
              <a:off x="1258216" y="1693053"/>
              <a:ext cx="1432261" cy="1815622"/>
              <a:chOff x="1168520" y="3317966"/>
              <a:chExt cx="1432261" cy="1815622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5D7EDB21-1AC9-FF94-CF52-B809DB6D2711}"/>
                  </a:ext>
                </a:extLst>
              </p:cNvPr>
              <p:cNvGrpSpPr/>
              <p:nvPr/>
            </p:nvGrpSpPr>
            <p:grpSpPr>
              <a:xfrm>
                <a:off x="1773617" y="3317966"/>
                <a:ext cx="222068" cy="724989"/>
                <a:chOff x="1395546" y="3317966"/>
                <a:chExt cx="222068" cy="724989"/>
              </a:xfrm>
            </p:grpSpPr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FE609B50-1689-8F16-2C15-CFB6F473DFA4}"/>
                    </a:ext>
                  </a:extLst>
                </p:cNvPr>
                <p:cNvSpPr/>
                <p:nvPr/>
              </p:nvSpPr>
              <p:spPr>
                <a:xfrm>
                  <a:off x="1395546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4A04EA7-CBAA-7DFB-3572-D7D4922C4F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06580" y="3533503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409D0F7-A5AB-324A-E1F8-7266F40FDC43}"/>
                  </a:ext>
                </a:extLst>
              </p:cNvPr>
              <p:cNvSpPr txBox="1"/>
              <p:nvPr/>
            </p:nvSpPr>
            <p:spPr>
              <a:xfrm>
                <a:off x="1168520" y="4117925"/>
                <a:ext cx="143226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2016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年首颗量子科学实验卫星“墨子号”，完成了量子纠缠分发和量子隐形传态实验</a:t>
                </a: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98304EA2-3AF7-818A-38B3-762828A4F607}"/>
                </a:ext>
              </a:extLst>
            </p:cNvPr>
            <p:cNvGrpSpPr/>
            <p:nvPr/>
          </p:nvGrpSpPr>
          <p:grpSpPr>
            <a:xfrm>
              <a:off x="2151070" y="195820"/>
              <a:ext cx="1560271" cy="1719301"/>
              <a:chOff x="212638" y="1820733"/>
              <a:chExt cx="1560271" cy="1719301"/>
            </a:xfrm>
          </p:grpSpPr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C1D0C216-7A43-60E6-AA25-20640E70FC03}"/>
                  </a:ext>
                </a:extLst>
              </p:cNvPr>
              <p:cNvGrpSpPr/>
              <p:nvPr/>
            </p:nvGrpSpPr>
            <p:grpSpPr>
              <a:xfrm>
                <a:off x="881740" y="2808514"/>
                <a:ext cx="222068" cy="731520"/>
                <a:chOff x="881740" y="2808514"/>
                <a:chExt cx="222068" cy="731520"/>
              </a:xfrm>
            </p:grpSpPr>
            <p:sp>
              <p:nvSpPr>
                <p:cNvPr id="70" name="椭圆 69">
                  <a:extLst>
                    <a:ext uri="{FF2B5EF4-FFF2-40B4-BE49-F238E27FC236}">
                      <a16:creationId xmlns:a16="http://schemas.microsoft.com/office/drawing/2014/main" id="{7CAEC2E1-5205-BA53-623C-50929DABC852}"/>
                    </a:ext>
                  </a:extLst>
                </p:cNvPr>
                <p:cNvSpPr/>
                <p:nvPr/>
              </p:nvSpPr>
              <p:spPr>
                <a:xfrm>
                  <a:off x="881740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9D525807-EE1A-3A17-E784-53C69262F97D}"/>
                    </a:ext>
                  </a:extLst>
                </p:cNvPr>
                <p:cNvCxnSpPr>
                  <a:cxnSpLocks/>
                  <a:stCxn id="70" idx="0"/>
                </p:cNvCxnSpPr>
                <p:nvPr/>
              </p:nvCxnSpPr>
              <p:spPr>
                <a:xfrm flipV="1">
                  <a:off x="992774" y="2808514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6C22587-D958-AD18-B351-ABAEE47813DA}"/>
                  </a:ext>
                </a:extLst>
              </p:cNvPr>
              <p:cNvSpPr txBox="1"/>
              <p:nvPr/>
            </p:nvSpPr>
            <p:spPr>
              <a:xfrm>
                <a:off x="212638" y="1820733"/>
                <a:ext cx="156027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2019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年谷歌研制了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53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个量子比特的量子计算原型机“悬铃木”，实现了量子线路采样问题优越性</a:t>
                </a: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3C1CC677-80EB-3C68-18F3-37F75936F57F}"/>
                </a:ext>
              </a:extLst>
            </p:cNvPr>
            <p:cNvGrpSpPr/>
            <p:nvPr/>
          </p:nvGrpSpPr>
          <p:grpSpPr>
            <a:xfrm>
              <a:off x="3171934" y="1693053"/>
              <a:ext cx="1432261" cy="1630956"/>
              <a:chOff x="1168520" y="3317966"/>
              <a:chExt cx="1432261" cy="163095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EBF78B34-0A14-8AF9-D25C-2C2A9AE40371}"/>
                  </a:ext>
                </a:extLst>
              </p:cNvPr>
              <p:cNvGrpSpPr/>
              <p:nvPr/>
            </p:nvGrpSpPr>
            <p:grpSpPr>
              <a:xfrm>
                <a:off x="1773617" y="3317966"/>
                <a:ext cx="222068" cy="724989"/>
                <a:chOff x="1395546" y="3317966"/>
                <a:chExt cx="222068" cy="724989"/>
              </a:xfrm>
            </p:grpSpPr>
            <p:sp>
              <p:nvSpPr>
                <p:cNvPr id="75" name="椭圆 74">
                  <a:extLst>
                    <a:ext uri="{FF2B5EF4-FFF2-40B4-BE49-F238E27FC236}">
                      <a16:creationId xmlns:a16="http://schemas.microsoft.com/office/drawing/2014/main" id="{BB5BC070-637C-6B1F-3AAA-B05B0CC419C5}"/>
                    </a:ext>
                  </a:extLst>
                </p:cNvPr>
                <p:cNvSpPr/>
                <p:nvPr/>
              </p:nvSpPr>
              <p:spPr>
                <a:xfrm>
                  <a:off x="1395546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76" name="直接连接符 75">
                  <a:extLst>
                    <a:ext uri="{FF2B5EF4-FFF2-40B4-BE49-F238E27FC236}">
                      <a16:creationId xmlns:a16="http://schemas.microsoft.com/office/drawing/2014/main" id="{6B70A390-FF79-E0AC-302B-4046B1FA2A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06580" y="3533503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66F6AF40-0CED-990E-51A0-0206BEFFF39B}"/>
                  </a:ext>
                </a:extLst>
              </p:cNvPr>
              <p:cNvSpPr txBox="1"/>
              <p:nvPr/>
            </p:nvSpPr>
            <p:spPr>
              <a:xfrm>
                <a:off x="1168520" y="4117925"/>
                <a:ext cx="14322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2020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年“九章”量子计算原型机求解了最高达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76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光子的高斯玻色采样问题</a:t>
                </a:r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870D994E-5356-67CB-C997-C7E391883310}"/>
                </a:ext>
              </a:extLst>
            </p:cNvPr>
            <p:cNvGrpSpPr/>
            <p:nvPr/>
          </p:nvGrpSpPr>
          <p:grpSpPr>
            <a:xfrm>
              <a:off x="4128795" y="191832"/>
              <a:ext cx="1432261" cy="1714914"/>
              <a:chOff x="276645" y="1825120"/>
              <a:chExt cx="1432261" cy="1714914"/>
            </a:xfrm>
          </p:grpSpPr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2BC934FF-23BA-E298-CF3F-C552E0D23FE8}"/>
                  </a:ext>
                </a:extLst>
              </p:cNvPr>
              <p:cNvGrpSpPr/>
              <p:nvPr/>
            </p:nvGrpSpPr>
            <p:grpSpPr>
              <a:xfrm>
                <a:off x="881740" y="2808514"/>
                <a:ext cx="222068" cy="731520"/>
                <a:chOff x="881740" y="2808514"/>
                <a:chExt cx="222068" cy="731520"/>
              </a:xfrm>
            </p:grpSpPr>
            <p:sp>
              <p:nvSpPr>
                <p:cNvPr id="80" name="椭圆 79">
                  <a:extLst>
                    <a:ext uri="{FF2B5EF4-FFF2-40B4-BE49-F238E27FC236}">
                      <a16:creationId xmlns:a16="http://schemas.microsoft.com/office/drawing/2014/main" id="{D513BF59-78B5-06C8-E566-0FD444D8EB47}"/>
                    </a:ext>
                  </a:extLst>
                </p:cNvPr>
                <p:cNvSpPr/>
                <p:nvPr/>
              </p:nvSpPr>
              <p:spPr>
                <a:xfrm>
                  <a:off x="881740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72E5263E-D013-0944-C8C2-9BD2B9992B72}"/>
                    </a:ext>
                  </a:extLst>
                </p:cNvPr>
                <p:cNvCxnSpPr>
                  <a:cxnSpLocks/>
                  <a:stCxn id="80" idx="0"/>
                </p:cNvCxnSpPr>
                <p:nvPr/>
              </p:nvCxnSpPr>
              <p:spPr>
                <a:xfrm flipV="1">
                  <a:off x="992774" y="2808514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524D10BA-FA2D-18E6-E2A9-7E4921715C2F}"/>
                  </a:ext>
                </a:extLst>
              </p:cNvPr>
              <p:cNvSpPr txBox="1"/>
              <p:nvPr/>
            </p:nvSpPr>
            <p:spPr>
              <a:xfrm>
                <a:off x="276645" y="1825120"/>
                <a:ext cx="14322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2021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62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比特可编程超导量子计算原型机“祖冲之号”研制成功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D7639C2D-8271-60E9-F8EF-5EF0C7FACE35}"/>
                </a:ext>
              </a:extLst>
            </p:cNvPr>
            <p:cNvGrpSpPr/>
            <p:nvPr/>
          </p:nvGrpSpPr>
          <p:grpSpPr>
            <a:xfrm>
              <a:off x="5085652" y="1684678"/>
              <a:ext cx="1432261" cy="1630956"/>
              <a:chOff x="1168520" y="3317966"/>
              <a:chExt cx="1432261" cy="1630956"/>
            </a:xfrm>
          </p:grpSpPr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735D4D05-9263-D599-C542-3143AA807C0F}"/>
                  </a:ext>
                </a:extLst>
              </p:cNvPr>
              <p:cNvGrpSpPr/>
              <p:nvPr/>
            </p:nvGrpSpPr>
            <p:grpSpPr>
              <a:xfrm>
                <a:off x="1773617" y="3317966"/>
                <a:ext cx="222068" cy="724989"/>
                <a:chOff x="1395546" y="3317966"/>
                <a:chExt cx="222068" cy="724989"/>
              </a:xfrm>
            </p:grpSpPr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15B6AD5E-790C-5DBE-1BD0-CDC581E6FDA3}"/>
                    </a:ext>
                  </a:extLst>
                </p:cNvPr>
                <p:cNvSpPr/>
                <p:nvPr/>
              </p:nvSpPr>
              <p:spPr>
                <a:xfrm>
                  <a:off x="1395546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1B5D0E6A-D077-3024-4FBB-C90267B97D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06580" y="3533503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A33D13F5-04CB-6D58-EE0B-0BB9A8220031}"/>
                  </a:ext>
                </a:extLst>
              </p:cNvPr>
              <p:cNvSpPr txBox="1"/>
              <p:nvPr/>
            </p:nvSpPr>
            <p:spPr>
              <a:xfrm>
                <a:off x="1168520" y="4117925"/>
                <a:ext cx="14322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2021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66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比特可编程超导量子原型机“祖冲之二号”研制成功</a:t>
                </a:r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A65472E1-9391-8A02-EC67-9E5D9CA28AFA}"/>
                </a:ext>
              </a:extLst>
            </p:cNvPr>
            <p:cNvGrpSpPr/>
            <p:nvPr/>
          </p:nvGrpSpPr>
          <p:grpSpPr>
            <a:xfrm>
              <a:off x="6042511" y="192569"/>
              <a:ext cx="1432261" cy="1714177"/>
              <a:chOff x="276643" y="1825857"/>
              <a:chExt cx="1432261" cy="1714177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874FE5F7-2487-8AC2-D259-C2B657198797}"/>
                  </a:ext>
                </a:extLst>
              </p:cNvPr>
              <p:cNvGrpSpPr/>
              <p:nvPr/>
            </p:nvGrpSpPr>
            <p:grpSpPr>
              <a:xfrm>
                <a:off x="881740" y="2808514"/>
                <a:ext cx="222068" cy="731520"/>
                <a:chOff x="881740" y="2808514"/>
                <a:chExt cx="222068" cy="731520"/>
              </a:xfrm>
            </p:grpSpPr>
            <p:sp>
              <p:nvSpPr>
                <p:cNvPr id="90" name="椭圆 89">
                  <a:extLst>
                    <a:ext uri="{FF2B5EF4-FFF2-40B4-BE49-F238E27FC236}">
                      <a16:creationId xmlns:a16="http://schemas.microsoft.com/office/drawing/2014/main" id="{C7EDAE1D-8632-91E9-E7B1-DB55F89DCBBC}"/>
                    </a:ext>
                  </a:extLst>
                </p:cNvPr>
                <p:cNvSpPr/>
                <p:nvPr/>
              </p:nvSpPr>
              <p:spPr>
                <a:xfrm>
                  <a:off x="881740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91" name="直接连接符 90">
                  <a:extLst>
                    <a:ext uri="{FF2B5EF4-FFF2-40B4-BE49-F238E27FC236}">
                      <a16:creationId xmlns:a16="http://schemas.microsoft.com/office/drawing/2014/main" id="{6BA3BB65-8F3B-72A1-7271-ECF039BCAE6F}"/>
                    </a:ext>
                  </a:extLst>
                </p:cNvPr>
                <p:cNvCxnSpPr>
                  <a:cxnSpLocks/>
                  <a:stCxn id="90" idx="0"/>
                </p:cNvCxnSpPr>
                <p:nvPr/>
              </p:nvCxnSpPr>
              <p:spPr>
                <a:xfrm flipV="1">
                  <a:off x="992774" y="2808514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4D2CC98-224A-FE45-A94F-231B07BBCC59}"/>
                  </a:ext>
                </a:extLst>
              </p:cNvPr>
              <p:cNvSpPr txBox="1"/>
              <p:nvPr/>
            </p:nvSpPr>
            <p:spPr>
              <a:xfrm>
                <a:off x="276643" y="1825857"/>
                <a:ext cx="143226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2021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年构建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113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个光子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144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模式的相位可编程的量子计算原型机“九章二号”</a:t>
                </a:r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1AA71ABF-F416-42EB-F46E-0FB07C087D55}"/>
                </a:ext>
              </a:extLst>
            </p:cNvPr>
            <p:cNvGrpSpPr/>
            <p:nvPr/>
          </p:nvGrpSpPr>
          <p:grpSpPr>
            <a:xfrm>
              <a:off x="7115248" y="1684678"/>
              <a:ext cx="1200506" cy="1639330"/>
              <a:chOff x="1284398" y="3317966"/>
              <a:chExt cx="1200506" cy="1639330"/>
            </a:xfrm>
          </p:grpSpPr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195E0B10-3FAF-8AE2-444D-FA2A14638016}"/>
                  </a:ext>
                </a:extLst>
              </p:cNvPr>
              <p:cNvGrpSpPr/>
              <p:nvPr/>
            </p:nvGrpSpPr>
            <p:grpSpPr>
              <a:xfrm>
                <a:off x="1773617" y="3317966"/>
                <a:ext cx="222068" cy="724989"/>
                <a:chOff x="1395546" y="3317966"/>
                <a:chExt cx="222068" cy="724989"/>
              </a:xfrm>
            </p:grpSpPr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4B7AEDE0-F165-C096-DDCD-070833821180}"/>
                    </a:ext>
                  </a:extLst>
                </p:cNvPr>
                <p:cNvSpPr/>
                <p:nvPr/>
              </p:nvSpPr>
              <p:spPr>
                <a:xfrm>
                  <a:off x="1395546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96" name="直接连接符 95">
                  <a:extLst>
                    <a:ext uri="{FF2B5EF4-FFF2-40B4-BE49-F238E27FC236}">
                      <a16:creationId xmlns:a16="http://schemas.microsoft.com/office/drawing/2014/main" id="{B2CE6595-8D39-56C1-2CA4-5670A51984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06580" y="3533503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84C4F31-FFEE-9A8A-207D-6923D6A0B805}"/>
                  </a:ext>
                </a:extLst>
              </p:cNvPr>
              <p:cNvSpPr txBox="1"/>
              <p:nvPr/>
            </p:nvSpPr>
            <p:spPr>
              <a:xfrm>
                <a:off x="1284398" y="4126299"/>
                <a:ext cx="120050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2022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IBM 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超导量子计算机“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Osprey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433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个量子比特</a:t>
                </a:r>
              </a:p>
            </p:txBody>
          </p: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4E87846A-37A1-4B90-B9B7-454F10D4B09E}"/>
                </a:ext>
              </a:extLst>
            </p:cNvPr>
            <p:cNvGrpSpPr/>
            <p:nvPr/>
          </p:nvGrpSpPr>
          <p:grpSpPr>
            <a:xfrm>
              <a:off x="7956227" y="198586"/>
              <a:ext cx="1432261" cy="1716535"/>
              <a:chOff x="276641" y="1823499"/>
              <a:chExt cx="1432261" cy="1716535"/>
            </a:xfrm>
          </p:grpSpPr>
          <p:grpSp>
            <p:nvGrpSpPr>
              <p:cNvPr id="98" name="组合 97">
                <a:extLst>
                  <a:ext uri="{FF2B5EF4-FFF2-40B4-BE49-F238E27FC236}">
                    <a16:creationId xmlns:a16="http://schemas.microsoft.com/office/drawing/2014/main" id="{A6CB1327-FAAE-F979-50B3-4996CDA3B939}"/>
                  </a:ext>
                </a:extLst>
              </p:cNvPr>
              <p:cNvGrpSpPr/>
              <p:nvPr/>
            </p:nvGrpSpPr>
            <p:grpSpPr>
              <a:xfrm>
                <a:off x="881740" y="2808514"/>
                <a:ext cx="222068" cy="731520"/>
                <a:chOff x="881740" y="2808514"/>
                <a:chExt cx="222068" cy="731520"/>
              </a:xfrm>
            </p:grpSpPr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18229663-C742-4072-A8E3-FAE901FC8DFF}"/>
                    </a:ext>
                  </a:extLst>
                </p:cNvPr>
                <p:cNvSpPr/>
                <p:nvPr/>
              </p:nvSpPr>
              <p:spPr>
                <a:xfrm>
                  <a:off x="881740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011320AF-D773-037E-5828-4B132F4D2325}"/>
                    </a:ext>
                  </a:extLst>
                </p:cNvPr>
                <p:cNvCxnSpPr>
                  <a:cxnSpLocks/>
                  <a:stCxn id="100" idx="0"/>
                </p:cNvCxnSpPr>
                <p:nvPr/>
              </p:nvCxnSpPr>
              <p:spPr>
                <a:xfrm flipV="1">
                  <a:off x="992774" y="2808514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C4DF293-C92D-BBC4-FAA7-67182F737765}"/>
                  </a:ext>
                </a:extLst>
              </p:cNvPr>
              <p:cNvSpPr txBox="1"/>
              <p:nvPr/>
            </p:nvSpPr>
            <p:spPr>
              <a:xfrm>
                <a:off x="276641" y="1823499"/>
                <a:ext cx="14322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2023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年成功构建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255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个光子的量子计算原型机“九章三号”</a:t>
                </a:r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623D05C4-3E79-58FD-CC2A-6EB639B5460D}"/>
                </a:ext>
              </a:extLst>
            </p:cNvPr>
            <p:cNvGrpSpPr/>
            <p:nvPr/>
          </p:nvGrpSpPr>
          <p:grpSpPr>
            <a:xfrm>
              <a:off x="9028966" y="1693053"/>
              <a:ext cx="1200506" cy="1630956"/>
              <a:chOff x="1284398" y="3317966"/>
              <a:chExt cx="1200506" cy="1630956"/>
            </a:xfrm>
          </p:grpSpPr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24985C75-9892-6747-A69A-F60F2245D4A8}"/>
                  </a:ext>
                </a:extLst>
              </p:cNvPr>
              <p:cNvGrpSpPr/>
              <p:nvPr/>
            </p:nvGrpSpPr>
            <p:grpSpPr>
              <a:xfrm>
                <a:off x="1773617" y="3317966"/>
                <a:ext cx="222068" cy="724989"/>
                <a:chOff x="1395546" y="3317966"/>
                <a:chExt cx="222068" cy="724989"/>
              </a:xfrm>
            </p:grpSpPr>
            <p:sp>
              <p:nvSpPr>
                <p:cNvPr id="105" name="椭圆 104">
                  <a:extLst>
                    <a:ext uri="{FF2B5EF4-FFF2-40B4-BE49-F238E27FC236}">
                      <a16:creationId xmlns:a16="http://schemas.microsoft.com/office/drawing/2014/main" id="{64A69793-849B-E37F-7983-67925E83DEA6}"/>
                    </a:ext>
                  </a:extLst>
                </p:cNvPr>
                <p:cNvSpPr/>
                <p:nvPr/>
              </p:nvSpPr>
              <p:spPr>
                <a:xfrm>
                  <a:off x="1395546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06" name="直接连接符 105">
                  <a:extLst>
                    <a:ext uri="{FF2B5EF4-FFF2-40B4-BE49-F238E27FC236}">
                      <a16:creationId xmlns:a16="http://schemas.microsoft.com/office/drawing/2014/main" id="{DFBF70DA-EC38-F28D-F024-9FD640C4A7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06580" y="3533503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559EA5AB-C94C-6EA6-67E0-8D14B6104E91}"/>
                  </a:ext>
                </a:extLst>
              </p:cNvPr>
              <p:cNvSpPr txBox="1"/>
              <p:nvPr/>
            </p:nvSpPr>
            <p:spPr>
              <a:xfrm>
                <a:off x="1284398" y="4117925"/>
                <a:ext cx="120050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2023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Atom Computing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推出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1225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量子比特的量子计算机</a:t>
                </a:r>
              </a:p>
            </p:txBody>
          </p:sp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2828BEB4-BB73-0911-5BC1-AF905E1C3690}"/>
                </a:ext>
              </a:extLst>
            </p:cNvPr>
            <p:cNvGrpSpPr/>
            <p:nvPr/>
          </p:nvGrpSpPr>
          <p:grpSpPr>
            <a:xfrm>
              <a:off x="9869943" y="198586"/>
              <a:ext cx="1509325" cy="1708378"/>
              <a:chOff x="243871" y="1831656"/>
              <a:chExt cx="1509325" cy="1708378"/>
            </a:xfrm>
          </p:grpSpPr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F84BE2F3-D18A-150E-C1E4-411F99010CB6}"/>
                  </a:ext>
                </a:extLst>
              </p:cNvPr>
              <p:cNvGrpSpPr/>
              <p:nvPr/>
            </p:nvGrpSpPr>
            <p:grpSpPr>
              <a:xfrm>
                <a:off x="881740" y="2808514"/>
                <a:ext cx="222068" cy="731520"/>
                <a:chOff x="881740" y="2808514"/>
                <a:chExt cx="222068" cy="731520"/>
              </a:xfrm>
            </p:grpSpPr>
            <p:sp>
              <p:nvSpPr>
                <p:cNvPr id="110" name="椭圆 109">
                  <a:extLst>
                    <a:ext uri="{FF2B5EF4-FFF2-40B4-BE49-F238E27FC236}">
                      <a16:creationId xmlns:a16="http://schemas.microsoft.com/office/drawing/2014/main" id="{A47AF837-AA1A-E626-88E3-1D957DE68AC4}"/>
                    </a:ext>
                  </a:extLst>
                </p:cNvPr>
                <p:cNvSpPr/>
                <p:nvPr/>
              </p:nvSpPr>
              <p:spPr>
                <a:xfrm>
                  <a:off x="881740" y="3317966"/>
                  <a:ext cx="222068" cy="22206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11" name="直接连接符 110">
                  <a:extLst>
                    <a:ext uri="{FF2B5EF4-FFF2-40B4-BE49-F238E27FC236}">
                      <a16:creationId xmlns:a16="http://schemas.microsoft.com/office/drawing/2014/main" id="{D4B40FF3-A674-1B71-2264-7BBABD719749}"/>
                    </a:ext>
                  </a:extLst>
                </p:cNvPr>
                <p:cNvCxnSpPr>
                  <a:cxnSpLocks/>
                  <a:stCxn id="110" idx="0"/>
                </p:cNvCxnSpPr>
                <p:nvPr/>
              </p:nvCxnSpPr>
              <p:spPr>
                <a:xfrm flipV="1">
                  <a:off x="992774" y="2808514"/>
                  <a:ext cx="0" cy="5094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965EF86-01F1-8168-5F49-DE7706DA1214}"/>
                  </a:ext>
                </a:extLst>
              </p:cNvPr>
              <p:cNvSpPr txBox="1"/>
              <p:nvPr/>
            </p:nvSpPr>
            <p:spPr>
              <a:xfrm>
                <a:off x="243871" y="1831656"/>
                <a:ext cx="150932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2023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IBM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发布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1121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超导量子比特的</a:t>
                </a:r>
                <a:r>
                  <a:rPr lang="fr-FR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IBM Condor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芯片和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133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量子比特的</a:t>
                </a:r>
                <a:r>
                  <a:rPr lang="fr-FR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Heron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量子处理单元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603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28C8C-38BA-3A83-389D-A7EC0EAB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C652C34-18C1-DD43-C6D9-75D4082E90E3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7D2B18D-B422-1739-064C-94F3534439F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1FD0B158-327D-B307-7ED7-83C5CE2EF50C}"/>
              </a:ext>
            </a:extLst>
          </p:cNvPr>
          <p:cNvGrpSpPr/>
          <p:nvPr/>
        </p:nvGrpSpPr>
        <p:grpSpPr>
          <a:xfrm>
            <a:off x="152565" y="147875"/>
            <a:ext cx="9005205" cy="4688164"/>
            <a:chOff x="152565" y="147875"/>
            <a:chExt cx="9005205" cy="468816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CFFADB1-0D4B-D4E4-FF01-05F2B6D37338}"/>
                </a:ext>
              </a:extLst>
            </p:cNvPr>
            <p:cNvGrpSpPr/>
            <p:nvPr/>
          </p:nvGrpSpPr>
          <p:grpSpPr>
            <a:xfrm>
              <a:off x="928170" y="148496"/>
              <a:ext cx="2202430" cy="4678605"/>
              <a:chOff x="4006693" y="1585254"/>
              <a:chExt cx="2202430" cy="4331049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0A6F40D2-BBCF-D126-9F7B-D7AE3CCB9A6A}"/>
                  </a:ext>
                </a:extLst>
              </p:cNvPr>
              <p:cNvSpPr/>
              <p:nvPr/>
            </p:nvSpPr>
            <p:spPr>
              <a:xfrm>
                <a:off x="4006693" y="1735761"/>
                <a:ext cx="2202430" cy="4180542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3EE1FCB8-3BAE-3506-06DE-99FE1493012B}"/>
                  </a:ext>
                </a:extLst>
              </p:cNvPr>
              <p:cNvSpPr/>
              <p:nvPr/>
            </p:nvSpPr>
            <p:spPr>
              <a:xfrm>
                <a:off x="4143853" y="1585254"/>
                <a:ext cx="1935104" cy="300446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问题挑战</a:t>
                </a:r>
              </a:p>
            </p:txBody>
          </p:sp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C7ED9469-3D38-C314-3CDF-8B33DFCB9416}"/>
                  </a:ext>
                </a:extLst>
              </p:cNvPr>
              <p:cNvSpPr/>
              <p:nvPr/>
            </p:nvSpPr>
            <p:spPr>
              <a:xfrm>
                <a:off x="4143853" y="2009375"/>
                <a:ext cx="1935103" cy="115033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隐私保护机器学习安全隐私要求高、分类准确率下降</a:t>
                </a:r>
              </a:p>
            </p:txBody>
          </p:sp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A1EF4073-E23D-A8F6-6444-1D04C23F6B3D}"/>
                  </a:ext>
                </a:extLst>
              </p:cNvPr>
              <p:cNvSpPr/>
              <p:nvPr/>
            </p:nvSpPr>
            <p:spPr>
              <a:xfrm>
                <a:off x="4143853" y="3395073"/>
                <a:ext cx="1935103" cy="10626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传统联邦学习中客户端模型缺乏个性化造成模型训练效果较差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C89E7D99-DA9D-44A2-AABA-45DFD2CE8696}"/>
                </a:ext>
              </a:extLst>
            </p:cNvPr>
            <p:cNvGrpSpPr/>
            <p:nvPr/>
          </p:nvGrpSpPr>
          <p:grpSpPr>
            <a:xfrm>
              <a:off x="3274672" y="148496"/>
              <a:ext cx="2618746" cy="4678605"/>
              <a:chOff x="6381045" y="1594192"/>
              <a:chExt cx="2618746" cy="4322111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0A68771-7DF6-BBC8-C723-1D3C1DDF189D}"/>
                  </a:ext>
                </a:extLst>
              </p:cNvPr>
              <p:cNvSpPr/>
              <p:nvPr/>
            </p:nvSpPr>
            <p:spPr>
              <a:xfrm>
                <a:off x="6381045" y="1735761"/>
                <a:ext cx="2618746" cy="4180542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A62BAA50-E788-3D80-CB7A-47FF332C84A5}"/>
                  </a:ext>
                </a:extLst>
              </p:cNvPr>
              <p:cNvSpPr/>
              <p:nvPr/>
            </p:nvSpPr>
            <p:spPr>
              <a:xfrm>
                <a:off x="6872901" y="1594192"/>
                <a:ext cx="1635035" cy="300446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研究内容</a:t>
                </a:r>
                <a:endPara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39109725-AA6C-4352-8052-F78D01E45430}"/>
                  </a:ext>
                </a:extLst>
              </p:cNvPr>
              <p:cNvSpPr/>
              <p:nvPr/>
            </p:nvSpPr>
            <p:spPr>
              <a:xfrm>
                <a:off x="6573178" y="2017439"/>
                <a:ext cx="2234477" cy="1147965"/>
              </a:xfrm>
              <a:prstGeom prst="roundRect">
                <a:avLst>
                  <a:gd name="adj" fmla="val 8941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量子同态神经网络模型与学习算法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61C4491-9B11-6419-F4F0-233D624021DA}"/>
                </a:ext>
              </a:extLst>
            </p:cNvPr>
            <p:cNvGrpSpPr/>
            <p:nvPr/>
          </p:nvGrpSpPr>
          <p:grpSpPr>
            <a:xfrm>
              <a:off x="6037250" y="147875"/>
              <a:ext cx="3120520" cy="4679225"/>
              <a:chOff x="9143623" y="1592939"/>
              <a:chExt cx="3120520" cy="4323364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A2B7006-A698-1C72-9B98-3B27A58FD955}"/>
                  </a:ext>
                </a:extLst>
              </p:cNvPr>
              <p:cNvSpPr/>
              <p:nvPr/>
            </p:nvSpPr>
            <p:spPr>
              <a:xfrm>
                <a:off x="9143623" y="1735761"/>
                <a:ext cx="3120520" cy="4180542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88EFD0E5-0FC9-0C7B-4B4B-F0BADD88B412}"/>
                  </a:ext>
                </a:extLst>
              </p:cNvPr>
              <p:cNvSpPr/>
              <p:nvPr/>
            </p:nvSpPr>
            <p:spPr>
              <a:xfrm>
                <a:off x="10167741" y="1592939"/>
                <a:ext cx="1066130" cy="300446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创新成果</a:t>
                </a:r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B010C936-675B-2220-A407-C6AB5EFF90A0}"/>
                  </a:ext>
                </a:extLst>
              </p:cNvPr>
              <p:cNvSpPr/>
              <p:nvPr/>
            </p:nvSpPr>
            <p:spPr>
              <a:xfrm>
                <a:off x="9287694" y="2036207"/>
                <a:ext cx="2826225" cy="1129197"/>
              </a:xfrm>
              <a:prstGeom prst="roundRect">
                <a:avLst>
                  <a:gd name="adj" fmla="val 11036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量子同态神经网络模型</a:t>
                </a:r>
                <a:endPara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量子同态神经网络的训练、更新与推理算法</a:t>
                </a: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67005E0B-F099-A0AA-25D8-7CDBD3FE1ACE}"/>
                  </a:ext>
                </a:extLst>
              </p:cNvPr>
              <p:cNvSpPr/>
              <p:nvPr/>
            </p:nvSpPr>
            <p:spPr>
              <a:xfrm>
                <a:off x="9294132" y="3352228"/>
                <a:ext cx="2819787" cy="1151138"/>
              </a:xfrm>
              <a:prstGeom prst="roundRect">
                <a:avLst>
                  <a:gd name="adj" fmla="val 9918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个性化量子联邦学习模型</a:t>
                </a:r>
                <a:endPara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量子联邦学习的参数安全聚合方法</a:t>
                </a:r>
              </a:p>
            </p:txBody>
          </p:sp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173AFC0-1DC3-8AA3-6EDE-801BABCF325A}"/>
                </a:ext>
              </a:extLst>
            </p:cNvPr>
            <p:cNvSpPr/>
            <p:nvPr/>
          </p:nvSpPr>
          <p:spPr>
            <a:xfrm>
              <a:off x="3466804" y="2103547"/>
              <a:ext cx="2234477" cy="1147966"/>
            </a:xfrm>
            <a:prstGeom prst="roundRect">
              <a:avLst>
                <a:gd name="adj" fmla="val 894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基于量子神经网络的个性化量子联邦学习模型与算法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C1506D96-123D-8293-2A26-2CDFE5B4EBFF}"/>
                </a:ext>
              </a:extLst>
            </p:cNvPr>
            <p:cNvSpPr/>
            <p:nvPr/>
          </p:nvSpPr>
          <p:spPr>
            <a:xfrm>
              <a:off x="3466805" y="3500066"/>
              <a:ext cx="2234477" cy="1147966"/>
            </a:xfrm>
            <a:prstGeom prst="roundRect">
              <a:avLst>
                <a:gd name="adj" fmla="val 894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基于量子同态神经网络及</a:t>
              </a:r>
              <a:r>
                <a:rPr lang="zh-CN" altLang="en-US" sz="1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联邦学习的隐私</a:t>
              </a:r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图像分类方案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98F9AD8-C573-1A14-A17C-28718397BF15}"/>
                </a:ext>
              </a:extLst>
            </p:cNvPr>
            <p:cNvSpPr/>
            <p:nvPr/>
          </p:nvSpPr>
          <p:spPr>
            <a:xfrm>
              <a:off x="6187760" y="3500066"/>
              <a:ext cx="2819786" cy="1151138"/>
            </a:xfrm>
            <a:prstGeom prst="roundRect">
              <a:avLst>
                <a:gd name="adj" fmla="val 991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基于量子同态神经网络的加密图像分类方案</a:t>
              </a:r>
              <a:endPara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基于个性化量子联邦学习的隐私图像分类方案</a:t>
              </a:r>
              <a:endPara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116090F2-7C38-1F59-783A-674E46F92134}"/>
                </a:ext>
              </a:extLst>
            </p:cNvPr>
            <p:cNvSpPr/>
            <p:nvPr/>
          </p:nvSpPr>
          <p:spPr>
            <a:xfrm>
              <a:off x="152565" y="148496"/>
              <a:ext cx="420910" cy="4687543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基于量子神经网络的隐私图像分类研究</a:t>
              </a:r>
            </a:p>
          </p:txBody>
        </p: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7FCAD6E6-9776-AEBB-0A33-DF02778E673C}"/>
                </a:ext>
              </a:extLst>
            </p:cNvPr>
            <p:cNvSpPr/>
            <p:nvPr/>
          </p:nvSpPr>
          <p:spPr>
            <a:xfrm>
              <a:off x="629031" y="1113677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箭头: 右 29">
              <a:extLst>
                <a:ext uri="{FF2B5EF4-FFF2-40B4-BE49-F238E27FC236}">
                  <a16:creationId xmlns:a16="http://schemas.microsoft.com/office/drawing/2014/main" id="{4A2952ED-E07C-E512-E2AC-09206C0B0E91}"/>
                </a:ext>
              </a:extLst>
            </p:cNvPr>
            <p:cNvSpPr/>
            <p:nvPr/>
          </p:nvSpPr>
          <p:spPr>
            <a:xfrm>
              <a:off x="629031" y="3959749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CE251C7B-4C1E-2C3F-A06F-D9CA72F4F5CF}"/>
                </a:ext>
              </a:extLst>
            </p:cNvPr>
            <p:cNvSpPr/>
            <p:nvPr/>
          </p:nvSpPr>
          <p:spPr>
            <a:xfrm>
              <a:off x="1065330" y="3502818"/>
              <a:ext cx="1935103" cy="114796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引入隐私保护技术时造成隐私图像分类训练准确率受限</a:t>
              </a:r>
            </a:p>
          </p:txBody>
        </p:sp>
        <p:sp>
          <p:nvSpPr>
            <p:cNvPr id="36" name="箭头: 右 35">
              <a:extLst>
                <a:ext uri="{FF2B5EF4-FFF2-40B4-BE49-F238E27FC236}">
                  <a16:creationId xmlns:a16="http://schemas.microsoft.com/office/drawing/2014/main" id="{3554A471-4FB3-129A-56D7-887BB04A59C0}"/>
                </a:ext>
              </a:extLst>
            </p:cNvPr>
            <p:cNvSpPr/>
            <p:nvPr/>
          </p:nvSpPr>
          <p:spPr>
            <a:xfrm>
              <a:off x="629031" y="2594919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箭头: 右 37">
              <a:extLst>
                <a:ext uri="{FF2B5EF4-FFF2-40B4-BE49-F238E27FC236}">
                  <a16:creationId xmlns:a16="http://schemas.microsoft.com/office/drawing/2014/main" id="{479861D9-A775-344A-EA13-F8338D6D3257}"/>
                </a:ext>
              </a:extLst>
            </p:cNvPr>
            <p:cNvSpPr/>
            <p:nvPr/>
          </p:nvSpPr>
          <p:spPr>
            <a:xfrm>
              <a:off x="3066061" y="1088944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箭头: 右 38">
              <a:extLst>
                <a:ext uri="{FF2B5EF4-FFF2-40B4-BE49-F238E27FC236}">
                  <a16:creationId xmlns:a16="http://schemas.microsoft.com/office/drawing/2014/main" id="{A0F804A9-41C9-EFC7-1AAB-D74337AB9D5E}"/>
                </a:ext>
              </a:extLst>
            </p:cNvPr>
            <p:cNvSpPr/>
            <p:nvPr/>
          </p:nvSpPr>
          <p:spPr>
            <a:xfrm>
              <a:off x="3066061" y="3935016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箭头: 右 39">
              <a:extLst>
                <a:ext uri="{FF2B5EF4-FFF2-40B4-BE49-F238E27FC236}">
                  <a16:creationId xmlns:a16="http://schemas.microsoft.com/office/drawing/2014/main" id="{786A1B94-A49F-259D-4D49-6F727FE07089}"/>
                </a:ext>
              </a:extLst>
            </p:cNvPr>
            <p:cNvSpPr/>
            <p:nvPr/>
          </p:nvSpPr>
          <p:spPr>
            <a:xfrm>
              <a:off x="3066061" y="2570186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箭头: 右 40">
              <a:extLst>
                <a:ext uri="{FF2B5EF4-FFF2-40B4-BE49-F238E27FC236}">
                  <a16:creationId xmlns:a16="http://schemas.microsoft.com/office/drawing/2014/main" id="{E3D49F01-AC5F-0BE3-3A76-53927CB2E72C}"/>
                </a:ext>
              </a:extLst>
            </p:cNvPr>
            <p:cNvSpPr/>
            <p:nvPr/>
          </p:nvSpPr>
          <p:spPr>
            <a:xfrm>
              <a:off x="5801625" y="1113677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箭头: 右 41">
              <a:extLst>
                <a:ext uri="{FF2B5EF4-FFF2-40B4-BE49-F238E27FC236}">
                  <a16:creationId xmlns:a16="http://schemas.microsoft.com/office/drawing/2014/main" id="{65AF8816-6983-CEA4-607F-ADC41521C4D9}"/>
                </a:ext>
              </a:extLst>
            </p:cNvPr>
            <p:cNvSpPr/>
            <p:nvPr/>
          </p:nvSpPr>
          <p:spPr>
            <a:xfrm>
              <a:off x="5801625" y="3959749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箭头: 右 42">
              <a:extLst>
                <a:ext uri="{FF2B5EF4-FFF2-40B4-BE49-F238E27FC236}">
                  <a16:creationId xmlns:a16="http://schemas.microsoft.com/office/drawing/2014/main" id="{8197B650-4E35-91F2-F870-2C8F3E692EC0}"/>
                </a:ext>
              </a:extLst>
            </p:cNvPr>
            <p:cNvSpPr/>
            <p:nvPr/>
          </p:nvSpPr>
          <p:spPr>
            <a:xfrm>
              <a:off x="5801625" y="2594919"/>
              <a:ext cx="286028" cy="228600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199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0FE19-38B9-76E3-89A3-CABEC2F7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CFBD500-B2B6-16AA-8AEA-74288D5BA33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A3F2AFF-F07D-7426-95F7-7C579B91BDC8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A92FFE3-EB68-10F9-9C2A-72F6E3F9FD28}"/>
              </a:ext>
            </a:extLst>
          </p:cNvPr>
          <p:cNvGrpSpPr/>
          <p:nvPr/>
        </p:nvGrpSpPr>
        <p:grpSpPr>
          <a:xfrm>
            <a:off x="-10446" y="-14517"/>
            <a:ext cx="7017029" cy="6647728"/>
            <a:chOff x="-10446" y="-14517"/>
            <a:chExt cx="7017029" cy="6647728"/>
          </a:xfrm>
        </p:grpSpPr>
        <p:grpSp>
          <p:nvGrpSpPr>
            <p:cNvPr id="341" name="组合 340">
              <a:extLst>
                <a:ext uri="{FF2B5EF4-FFF2-40B4-BE49-F238E27FC236}">
                  <a16:creationId xmlns:a16="http://schemas.microsoft.com/office/drawing/2014/main" id="{2C15E9B8-ED93-AF6A-B4A3-DC4ECC5861A6}"/>
                </a:ext>
              </a:extLst>
            </p:cNvPr>
            <p:cNvGrpSpPr/>
            <p:nvPr/>
          </p:nvGrpSpPr>
          <p:grpSpPr>
            <a:xfrm>
              <a:off x="-10446" y="-14517"/>
              <a:ext cx="7017029" cy="1091298"/>
              <a:chOff x="375634" y="-14517"/>
              <a:chExt cx="7017029" cy="1091298"/>
            </a:xfrm>
          </p:grpSpPr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457F672F-7F47-C14D-3FDB-69DB129A9E60}"/>
                  </a:ext>
                </a:extLst>
              </p:cNvPr>
              <p:cNvSpPr/>
              <p:nvPr/>
            </p:nvSpPr>
            <p:spPr>
              <a:xfrm>
                <a:off x="1874770" y="45665"/>
                <a:ext cx="952496" cy="21291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绪论</a:t>
                </a:r>
              </a:p>
            </p:txBody>
          </p:sp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8E553669-7D48-9088-D219-D7CE7F2F44CA}"/>
                  </a:ext>
                </a:extLst>
              </p:cNvPr>
              <p:cNvSpPr/>
              <p:nvPr/>
            </p:nvSpPr>
            <p:spPr>
              <a:xfrm rot="5400000">
                <a:off x="675856" y="318207"/>
                <a:ext cx="485345" cy="84445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研究背景与意义</a:t>
                </a:r>
              </a:p>
            </p:txBody>
          </p:sp>
          <p:sp>
            <p:nvSpPr>
              <p:cNvPr id="81" name="矩形: 圆角 80">
                <a:extLst>
                  <a:ext uri="{FF2B5EF4-FFF2-40B4-BE49-F238E27FC236}">
                    <a16:creationId xmlns:a16="http://schemas.microsoft.com/office/drawing/2014/main" id="{64E3849E-CD9A-94C0-CF83-6B8952EDFA55}"/>
                  </a:ext>
                </a:extLst>
              </p:cNvPr>
              <p:cNvSpPr/>
              <p:nvPr/>
            </p:nvSpPr>
            <p:spPr>
              <a:xfrm rot="5400000">
                <a:off x="1634141" y="321180"/>
                <a:ext cx="481259" cy="84445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国内外研究现状</a:t>
                </a:r>
              </a:p>
            </p:txBody>
          </p:sp>
          <p:sp>
            <p:nvSpPr>
              <p:cNvPr id="82" name="矩形: 圆角 81">
                <a:extLst>
                  <a:ext uri="{FF2B5EF4-FFF2-40B4-BE49-F238E27FC236}">
                    <a16:creationId xmlns:a16="http://schemas.microsoft.com/office/drawing/2014/main" id="{9784878D-DECF-75F1-2D0A-E144CB6FA472}"/>
                  </a:ext>
                </a:extLst>
              </p:cNvPr>
              <p:cNvSpPr/>
              <p:nvPr/>
            </p:nvSpPr>
            <p:spPr>
              <a:xfrm rot="5400000">
                <a:off x="2593302" y="330298"/>
                <a:ext cx="481261" cy="84445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研究内容与创新</a:t>
                </a:r>
              </a:p>
            </p:txBody>
          </p: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C975C0E4-F5C7-F3BE-FE60-09F861A2425C}"/>
                  </a:ext>
                </a:extLst>
              </p:cNvPr>
              <p:cNvCxnSpPr>
                <a:cxnSpLocks/>
                <a:endCxn id="80" idx="1"/>
              </p:cNvCxnSpPr>
              <p:nvPr/>
            </p:nvCxnSpPr>
            <p:spPr>
              <a:xfrm>
                <a:off x="918528" y="402955"/>
                <a:ext cx="0" cy="948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54F25318-EC6C-DD16-AB42-4873C1D464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528" y="404438"/>
                <a:ext cx="2879922" cy="50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1F956C3E-4AB8-971D-92E2-A9978F120F83}"/>
                  </a:ext>
                </a:extLst>
              </p:cNvPr>
              <p:cNvCxnSpPr>
                <a:cxnSpLocks/>
                <a:endCxn id="81" idx="1"/>
              </p:cNvCxnSpPr>
              <p:nvPr/>
            </p:nvCxnSpPr>
            <p:spPr>
              <a:xfrm>
                <a:off x="1874770" y="409454"/>
                <a:ext cx="0" cy="933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FADB5D45-6FD0-F045-618F-4E9D76342599}"/>
                  </a:ext>
                </a:extLst>
              </p:cNvPr>
              <p:cNvCxnSpPr>
                <a:cxnSpLocks/>
                <a:endCxn id="82" idx="1"/>
              </p:cNvCxnSpPr>
              <p:nvPr/>
            </p:nvCxnSpPr>
            <p:spPr>
              <a:xfrm>
                <a:off x="2832979" y="402955"/>
                <a:ext cx="953" cy="10893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E4089FFA-E614-2D6E-3A76-683720C20BA7}"/>
                  </a:ext>
                </a:extLst>
              </p:cNvPr>
              <p:cNvSpPr/>
              <p:nvPr/>
            </p:nvSpPr>
            <p:spPr>
              <a:xfrm>
                <a:off x="391406" y="6178"/>
                <a:ext cx="7001257" cy="1070603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0D6A2FBE-7CDA-ACD6-8BD3-46E74FCBB91A}"/>
                  </a:ext>
                </a:extLst>
              </p:cNvPr>
              <p:cNvSpPr txBox="1"/>
              <p:nvPr/>
            </p:nvSpPr>
            <p:spPr>
              <a:xfrm>
                <a:off x="375634" y="-14517"/>
                <a:ext cx="6678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第一章</a:t>
                </a:r>
              </a:p>
            </p:txBody>
          </p:sp>
          <p:sp>
            <p:nvSpPr>
              <p:cNvPr id="177" name="矩形: 圆角 176">
                <a:extLst>
                  <a:ext uri="{FF2B5EF4-FFF2-40B4-BE49-F238E27FC236}">
                    <a16:creationId xmlns:a16="http://schemas.microsoft.com/office/drawing/2014/main" id="{785E6CE3-8B31-9A6B-7238-F372F9834122}"/>
                  </a:ext>
                </a:extLst>
              </p:cNvPr>
              <p:cNvSpPr/>
              <p:nvPr/>
            </p:nvSpPr>
            <p:spPr>
              <a:xfrm rot="5400000">
                <a:off x="3555777" y="335308"/>
                <a:ext cx="485346" cy="84445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论文组织架构</a:t>
                </a:r>
              </a:p>
            </p:txBody>
          </p:sp>
          <p:cxnSp>
            <p:nvCxnSpPr>
              <p:cNvPr id="178" name="直接连接符 177">
                <a:extLst>
                  <a:ext uri="{FF2B5EF4-FFF2-40B4-BE49-F238E27FC236}">
                    <a16:creationId xmlns:a16="http://schemas.microsoft.com/office/drawing/2014/main" id="{3E6944EC-1E48-1AE0-448A-F17D317C8C4E}"/>
                  </a:ext>
                </a:extLst>
              </p:cNvPr>
              <p:cNvCxnSpPr>
                <a:cxnSpLocks/>
                <a:endCxn id="177" idx="1"/>
              </p:cNvCxnSpPr>
              <p:nvPr/>
            </p:nvCxnSpPr>
            <p:spPr>
              <a:xfrm>
                <a:off x="3798450" y="407481"/>
                <a:ext cx="0" cy="1073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FD413484-6A38-59AF-6238-5EE22B6AC97E}"/>
                  </a:ext>
                </a:extLst>
              </p:cNvPr>
              <p:cNvCxnSpPr>
                <a:cxnSpLocks/>
                <a:stCxn id="79" idx="2"/>
              </p:cNvCxnSpPr>
              <p:nvPr/>
            </p:nvCxnSpPr>
            <p:spPr>
              <a:xfrm flipH="1">
                <a:off x="2350065" y="258578"/>
                <a:ext cx="953" cy="14306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35A138E4-21C0-95EB-5C97-15249220FA10}"/>
                </a:ext>
              </a:extLst>
            </p:cNvPr>
            <p:cNvGrpSpPr/>
            <p:nvPr/>
          </p:nvGrpSpPr>
          <p:grpSpPr>
            <a:xfrm>
              <a:off x="1583" y="1247097"/>
              <a:ext cx="3435243" cy="2790471"/>
              <a:chOff x="494811" y="3310716"/>
              <a:chExt cx="3135281" cy="2790471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C2BF6112-AE39-8201-8CFC-AE4BE834F958}"/>
                  </a:ext>
                </a:extLst>
              </p:cNvPr>
              <p:cNvSpPr/>
              <p:nvPr/>
            </p:nvSpPr>
            <p:spPr>
              <a:xfrm>
                <a:off x="785038" y="3589988"/>
                <a:ext cx="2661396" cy="231705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量子同态神经网络模型与学习算法</a:t>
                </a:r>
              </a:p>
            </p:txBody>
          </p:sp>
          <p:sp>
            <p:nvSpPr>
              <p:cNvPr id="162" name="矩形: 圆角 161">
                <a:extLst>
                  <a:ext uri="{FF2B5EF4-FFF2-40B4-BE49-F238E27FC236}">
                    <a16:creationId xmlns:a16="http://schemas.microsoft.com/office/drawing/2014/main" id="{15A4CA9D-56BD-7197-C171-2D4112383C17}"/>
                  </a:ext>
                </a:extLst>
              </p:cNvPr>
              <p:cNvSpPr/>
              <p:nvPr/>
            </p:nvSpPr>
            <p:spPr>
              <a:xfrm rot="5400000">
                <a:off x="-104921" y="4835481"/>
                <a:ext cx="1834322" cy="459996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量子同态神经网络原理</a:t>
                </a:r>
              </a:p>
            </p:txBody>
          </p:sp>
          <p:sp>
            <p:nvSpPr>
              <p:cNvPr id="163" name="矩形: 圆角 162">
                <a:extLst>
                  <a:ext uri="{FF2B5EF4-FFF2-40B4-BE49-F238E27FC236}">
                    <a16:creationId xmlns:a16="http://schemas.microsoft.com/office/drawing/2014/main" id="{5A2D7153-4037-ED4D-2EA4-04E9C2A15789}"/>
                  </a:ext>
                </a:extLst>
              </p:cNvPr>
              <p:cNvSpPr/>
              <p:nvPr/>
            </p:nvSpPr>
            <p:spPr>
              <a:xfrm rot="5400000">
                <a:off x="1435601" y="3879703"/>
                <a:ext cx="397451" cy="95979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量子同态神经网络模型</a:t>
                </a:r>
              </a:p>
            </p:txBody>
          </p:sp>
          <p:sp>
            <p:nvSpPr>
              <p:cNvPr id="164" name="矩形: 圆角 163">
                <a:extLst>
                  <a:ext uri="{FF2B5EF4-FFF2-40B4-BE49-F238E27FC236}">
                    <a16:creationId xmlns:a16="http://schemas.microsoft.com/office/drawing/2014/main" id="{09EDCA3E-F765-6023-DAD7-2E895A486662}"/>
                  </a:ext>
                </a:extLst>
              </p:cNvPr>
              <p:cNvSpPr/>
              <p:nvPr/>
            </p:nvSpPr>
            <p:spPr>
              <a:xfrm rot="5400000">
                <a:off x="2591330" y="3790974"/>
                <a:ext cx="397450" cy="112728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量子同态神经网络学习算法</a:t>
                </a:r>
              </a:p>
            </p:txBody>
          </p: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34D3B605-FA3E-3860-1789-2707123314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038" y="4024784"/>
                <a:ext cx="0" cy="1291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57AF7E1D-07BC-D24D-CABD-F2FC3DEAE9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038" y="4024784"/>
                <a:ext cx="224581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8AC3F5BE-179D-C65C-C3CF-C922F765D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32088" y="4019768"/>
                <a:ext cx="1514" cy="12233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48134A81-A632-045B-E067-9B3D9001CDD2}"/>
                  </a:ext>
                </a:extLst>
              </p:cNvPr>
              <p:cNvSpPr/>
              <p:nvPr/>
            </p:nvSpPr>
            <p:spPr>
              <a:xfrm>
                <a:off x="496094" y="3315700"/>
                <a:ext cx="3133998" cy="2785487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48D61E9A-9810-BE07-F98E-AE994658E4ED}"/>
                  </a:ext>
                </a:extLst>
              </p:cNvPr>
              <p:cNvSpPr txBox="1"/>
              <p:nvPr/>
            </p:nvSpPr>
            <p:spPr>
              <a:xfrm>
                <a:off x="494811" y="3310716"/>
                <a:ext cx="519259" cy="2136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第三章</a:t>
                </a:r>
              </a:p>
            </p:txBody>
          </p:sp>
          <p:cxnSp>
            <p:nvCxnSpPr>
              <p:cNvPr id="172" name="直接连接符 171">
                <a:extLst>
                  <a:ext uri="{FF2B5EF4-FFF2-40B4-BE49-F238E27FC236}">
                    <a16:creationId xmlns:a16="http://schemas.microsoft.com/office/drawing/2014/main" id="{BFF81A42-D364-A70D-2B0C-80A0584AF9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2426" y="4029769"/>
                <a:ext cx="0" cy="12415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>
                <a:extLst>
                  <a:ext uri="{FF2B5EF4-FFF2-40B4-BE49-F238E27FC236}">
                    <a16:creationId xmlns:a16="http://schemas.microsoft.com/office/drawing/2014/main" id="{3EEEDA73-611E-428C-54CC-7A79B2D6A97A}"/>
                  </a:ext>
                </a:extLst>
              </p:cNvPr>
              <p:cNvCxnSpPr>
                <a:cxnSpLocks/>
                <a:stCxn id="161" idx="2"/>
              </p:cNvCxnSpPr>
              <p:nvPr/>
            </p:nvCxnSpPr>
            <p:spPr>
              <a:xfrm flipH="1">
                <a:off x="2114222" y="3821693"/>
                <a:ext cx="1514" cy="20309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4" name="矩形: 圆角 193">
                <a:extLst>
                  <a:ext uri="{FF2B5EF4-FFF2-40B4-BE49-F238E27FC236}">
                    <a16:creationId xmlns:a16="http://schemas.microsoft.com/office/drawing/2014/main" id="{3BB09692-35CA-012F-45B3-5373D0B3978B}"/>
                  </a:ext>
                </a:extLst>
              </p:cNvPr>
              <p:cNvSpPr/>
              <p:nvPr/>
            </p:nvSpPr>
            <p:spPr>
              <a:xfrm rot="5400000">
                <a:off x="806712" y="5285436"/>
                <a:ext cx="1159086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模型设计</a:t>
                </a:r>
              </a:p>
            </p:txBody>
          </p:sp>
          <p:sp>
            <p:nvSpPr>
              <p:cNvPr id="195" name="矩形: 圆角 194">
                <a:extLst>
                  <a:ext uri="{FF2B5EF4-FFF2-40B4-BE49-F238E27FC236}">
                    <a16:creationId xmlns:a16="http://schemas.microsoft.com/office/drawing/2014/main" id="{643C236B-C953-4AFA-A1CA-B9E51210A0F1}"/>
                  </a:ext>
                </a:extLst>
              </p:cNvPr>
              <p:cNvSpPr/>
              <p:nvPr/>
            </p:nvSpPr>
            <p:spPr>
              <a:xfrm rot="5400000">
                <a:off x="1266053" y="5283856"/>
                <a:ext cx="1169814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量子线路实现</a:t>
                </a:r>
              </a:p>
            </p:txBody>
          </p:sp>
          <p:cxnSp>
            <p:nvCxnSpPr>
              <p:cNvPr id="196" name="直接连接符 195">
                <a:extLst>
                  <a:ext uri="{FF2B5EF4-FFF2-40B4-BE49-F238E27FC236}">
                    <a16:creationId xmlns:a16="http://schemas.microsoft.com/office/drawing/2014/main" id="{B7862F59-C6D1-4172-5745-709EDE6AE4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6255" y="4691473"/>
                <a:ext cx="0" cy="135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>
                <a:extLst>
                  <a:ext uri="{FF2B5EF4-FFF2-40B4-BE49-F238E27FC236}">
                    <a16:creationId xmlns:a16="http://schemas.microsoft.com/office/drawing/2014/main" id="{601F96C6-C26A-71FA-04CF-4B646197E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2784" y="4695479"/>
                <a:ext cx="0" cy="12415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>
                <a:extLst>
                  <a:ext uri="{FF2B5EF4-FFF2-40B4-BE49-F238E27FC236}">
                    <a16:creationId xmlns:a16="http://schemas.microsoft.com/office/drawing/2014/main" id="{FAD27056-C854-1703-53AB-27E61D2DFB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554" y="4565269"/>
                <a:ext cx="0" cy="1291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4849D5A6-3FB0-B88A-4A96-AE346CB2AD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6255" y="4694411"/>
                <a:ext cx="46470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2" name="矩形: 圆角 211">
                <a:extLst>
                  <a:ext uri="{FF2B5EF4-FFF2-40B4-BE49-F238E27FC236}">
                    <a16:creationId xmlns:a16="http://schemas.microsoft.com/office/drawing/2014/main" id="{85AD7E79-16CB-93A6-AD47-ECAB71ECBF37}"/>
                  </a:ext>
                </a:extLst>
              </p:cNvPr>
              <p:cNvSpPr/>
              <p:nvPr/>
            </p:nvSpPr>
            <p:spPr>
              <a:xfrm rot="5400000">
                <a:off x="1801476" y="5290803"/>
                <a:ext cx="1169816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更新算法</a:t>
                </a:r>
              </a:p>
            </p:txBody>
          </p:sp>
          <p:sp>
            <p:nvSpPr>
              <p:cNvPr id="213" name="矩形: 圆角 212">
                <a:extLst>
                  <a:ext uri="{FF2B5EF4-FFF2-40B4-BE49-F238E27FC236}">
                    <a16:creationId xmlns:a16="http://schemas.microsoft.com/office/drawing/2014/main" id="{C9BAC79E-EB4C-280D-4CCE-D9AB5DA31B99}"/>
                  </a:ext>
                </a:extLst>
              </p:cNvPr>
              <p:cNvSpPr/>
              <p:nvPr/>
            </p:nvSpPr>
            <p:spPr>
              <a:xfrm rot="5400000">
                <a:off x="2201673" y="5294275"/>
                <a:ext cx="1176762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训练过程</a:t>
                </a:r>
              </a:p>
            </p:txBody>
          </p:sp>
          <p:sp>
            <p:nvSpPr>
              <p:cNvPr id="214" name="矩形: 圆角 213">
                <a:extLst>
                  <a:ext uri="{FF2B5EF4-FFF2-40B4-BE49-F238E27FC236}">
                    <a16:creationId xmlns:a16="http://schemas.microsoft.com/office/drawing/2014/main" id="{75B8E22E-124B-B668-899F-D578FBFC0C05}"/>
                  </a:ext>
                </a:extLst>
              </p:cNvPr>
              <p:cNvSpPr/>
              <p:nvPr/>
            </p:nvSpPr>
            <p:spPr>
              <a:xfrm rot="5400000">
                <a:off x="2649830" y="5290804"/>
                <a:ext cx="1169818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推理过程</a:t>
                </a:r>
              </a:p>
            </p:txBody>
          </p:sp>
          <p:cxnSp>
            <p:nvCxnSpPr>
              <p:cNvPr id="215" name="直接连接符 214">
                <a:extLst>
                  <a:ext uri="{FF2B5EF4-FFF2-40B4-BE49-F238E27FC236}">
                    <a16:creationId xmlns:a16="http://schemas.microsoft.com/office/drawing/2014/main" id="{56FB37D1-AA25-868A-AD19-D8C5DD41E2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5060" y="4703191"/>
                <a:ext cx="0" cy="12415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>
                <a:extLst>
                  <a:ext uri="{FF2B5EF4-FFF2-40B4-BE49-F238E27FC236}">
                    <a16:creationId xmlns:a16="http://schemas.microsoft.com/office/drawing/2014/main" id="{992934AE-5F17-FC32-1B30-2A8637204D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4906" y="4702423"/>
                <a:ext cx="849833" cy="5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>
                <a:extLst>
                  <a:ext uri="{FF2B5EF4-FFF2-40B4-BE49-F238E27FC236}">
                    <a16:creationId xmlns:a16="http://schemas.microsoft.com/office/drawing/2014/main" id="{733F2230-5523-60CE-36F8-928D802A517A}"/>
                  </a:ext>
                </a:extLst>
              </p:cNvPr>
              <p:cNvCxnSpPr>
                <a:cxnSpLocks/>
                <a:stCxn id="164" idx="3"/>
                <a:endCxn id="213" idx="1"/>
              </p:cNvCxnSpPr>
              <p:nvPr/>
            </p:nvCxnSpPr>
            <p:spPr>
              <a:xfrm>
                <a:off x="2790055" y="4553339"/>
                <a:ext cx="0" cy="27324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>
                <a:extLst>
                  <a:ext uri="{FF2B5EF4-FFF2-40B4-BE49-F238E27FC236}">
                    <a16:creationId xmlns:a16="http://schemas.microsoft.com/office/drawing/2014/main" id="{29916237-CD36-E55D-7864-AB03F2627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4739" y="4702423"/>
                <a:ext cx="0" cy="12415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ECA3AD96-C648-79B0-D961-9857EC4B7252}"/>
                </a:ext>
              </a:extLst>
            </p:cNvPr>
            <p:cNvGrpSpPr/>
            <p:nvPr/>
          </p:nvGrpSpPr>
          <p:grpSpPr>
            <a:xfrm>
              <a:off x="3559001" y="1238269"/>
              <a:ext cx="3447582" cy="2799689"/>
              <a:chOff x="3743683" y="3295477"/>
              <a:chExt cx="3149004" cy="2799689"/>
            </a:xfrm>
          </p:grpSpPr>
          <p:sp>
            <p:nvSpPr>
              <p:cNvPr id="225" name="矩形: 圆角 224">
                <a:extLst>
                  <a:ext uri="{FF2B5EF4-FFF2-40B4-BE49-F238E27FC236}">
                    <a16:creationId xmlns:a16="http://schemas.microsoft.com/office/drawing/2014/main" id="{8319F624-FE59-E6EB-A384-8ACFB206153B}"/>
                  </a:ext>
                </a:extLst>
              </p:cNvPr>
              <p:cNvSpPr/>
              <p:nvPr/>
            </p:nvSpPr>
            <p:spPr>
              <a:xfrm>
                <a:off x="4047633" y="3527220"/>
                <a:ext cx="2661396" cy="377625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基于量子神经网络的个性化量子联邦学习模型与算法</a:t>
                </a:r>
              </a:p>
            </p:txBody>
          </p:sp>
          <p:sp>
            <p:nvSpPr>
              <p:cNvPr id="226" name="矩形: 圆角 225">
                <a:extLst>
                  <a:ext uri="{FF2B5EF4-FFF2-40B4-BE49-F238E27FC236}">
                    <a16:creationId xmlns:a16="http://schemas.microsoft.com/office/drawing/2014/main" id="{52F10335-2476-8609-E226-B1B612583A0D}"/>
                  </a:ext>
                </a:extLst>
              </p:cNvPr>
              <p:cNvSpPr/>
              <p:nvPr/>
            </p:nvSpPr>
            <p:spPr>
              <a:xfrm rot="5400000">
                <a:off x="3157674" y="4829459"/>
                <a:ext cx="1834322" cy="459996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个性化量子联邦学习原理</a:t>
                </a:r>
              </a:p>
            </p:txBody>
          </p:sp>
          <p:sp>
            <p:nvSpPr>
              <p:cNvPr id="227" name="矩形: 圆角 226">
                <a:extLst>
                  <a:ext uri="{FF2B5EF4-FFF2-40B4-BE49-F238E27FC236}">
                    <a16:creationId xmlns:a16="http://schemas.microsoft.com/office/drawing/2014/main" id="{A220A4DC-0AEB-4E38-4FCD-92D1DFEB736A}"/>
                  </a:ext>
                </a:extLst>
              </p:cNvPr>
              <p:cNvSpPr/>
              <p:nvPr/>
            </p:nvSpPr>
            <p:spPr>
              <a:xfrm rot="5400000">
                <a:off x="4781940" y="3789936"/>
                <a:ext cx="397451" cy="112728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个性化量子联邦学习模型</a:t>
                </a:r>
              </a:p>
            </p:txBody>
          </p:sp>
          <p:sp>
            <p:nvSpPr>
              <p:cNvPr id="228" name="矩形: 圆角 227">
                <a:extLst>
                  <a:ext uri="{FF2B5EF4-FFF2-40B4-BE49-F238E27FC236}">
                    <a16:creationId xmlns:a16="http://schemas.microsoft.com/office/drawing/2014/main" id="{6EEFD2E7-A156-F7ED-1350-DF31E54C4222}"/>
                  </a:ext>
                </a:extLst>
              </p:cNvPr>
              <p:cNvSpPr/>
              <p:nvPr/>
            </p:nvSpPr>
            <p:spPr>
              <a:xfrm rot="5400000">
                <a:off x="5989318" y="3785724"/>
                <a:ext cx="397450" cy="1127281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个性化量子联邦学习算法</a:t>
                </a:r>
              </a:p>
            </p:txBody>
          </p:sp>
          <p:cxnSp>
            <p:nvCxnSpPr>
              <p:cNvPr id="229" name="直接连接符 228">
                <a:extLst>
                  <a:ext uri="{FF2B5EF4-FFF2-40B4-BE49-F238E27FC236}">
                    <a16:creationId xmlns:a16="http://schemas.microsoft.com/office/drawing/2014/main" id="{151551FC-5A4E-0AF4-9F0F-D12B6D2E12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7633" y="4018763"/>
                <a:ext cx="0" cy="1291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>
                <a:extLst>
                  <a:ext uri="{FF2B5EF4-FFF2-40B4-BE49-F238E27FC236}">
                    <a16:creationId xmlns:a16="http://schemas.microsoft.com/office/drawing/2014/main" id="{619AD6C0-23DE-0268-7A47-0F6D296241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7633" y="4018763"/>
                <a:ext cx="224581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>
                <a:extLst>
                  <a:ext uri="{FF2B5EF4-FFF2-40B4-BE49-F238E27FC236}">
                    <a16:creationId xmlns:a16="http://schemas.microsoft.com/office/drawing/2014/main" id="{F089E398-F632-26F6-5544-35F0E0C179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94683" y="4013746"/>
                <a:ext cx="1514" cy="12233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25DEF415-2C6E-37C6-A752-3DF891A5039E}"/>
                  </a:ext>
                </a:extLst>
              </p:cNvPr>
              <p:cNvSpPr/>
              <p:nvPr/>
            </p:nvSpPr>
            <p:spPr>
              <a:xfrm>
                <a:off x="3758689" y="3309679"/>
                <a:ext cx="3133998" cy="2785487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1537B10A-F63A-D389-011F-9F445B47321A}"/>
                  </a:ext>
                </a:extLst>
              </p:cNvPr>
              <p:cNvSpPr txBox="1"/>
              <p:nvPr/>
            </p:nvSpPr>
            <p:spPr>
              <a:xfrm>
                <a:off x="3743683" y="3295477"/>
                <a:ext cx="5903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第四章</a:t>
                </a:r>
              </a:p>
            </p:txBody>
          </p:sp>
          <p:cxnSp>
            <p:nvCxnSpPr>
              <p:cNvPr id="234" name="直接连接符 233">
                <a:extLst>
                  <a:ext uri="{FF2B5EF4-FFF2-40B4-BE49-F238E27FC236}">
                    <a16:creationId xmlns:a16="http://schemas.microsoft.com/office/drawing/2014/main" id="{46221346-AE59-FC5F-EA8B-8FC5BA2EED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5021" y="4023748"/>
                <a:ext cx="0" cy="12415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765A9EA6-2A3E-0419-CAEA-CFF74BEF55F1}"/>
                  </a:ext>
                </a:extLst>
              </p:cNvPr>
              <p:cNvCxnSpPr>
                <a:cxnSpLocks/>
                <a:stCxn id="225" idx="2"/>
              </p:cNvCxnSpPr>
              <p:nvPr/>
            </p:nvCxnSpPr>
            <p:spPr>
              <a:xfrm flipH="1">
                <a:off x="5376817" y="3904845"/>
                <a:ext cx="1515" cy="1139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6" name="矩形: 圆角 235">
                <a:extLst>
                  <a:ext uri="{FF2B5EF4-FFF2-40B4-BE49-F238E27FC236}">
                    <a16:creationId xmlns:a16="http://schemas.microsoft.com/office/drawing/2014/main" id="{0569C0EC-C6EC-8BC2-FE4A-C313FD03D300}"/>
                  </a:ext>
                </a:extLst>
              </p:cNvPr>
              <p:cNvSpPr/>
              <p:nvPr/>
            </p:nvSpPr>
            <p:spPr>
              <a:xfrm rot="5400000">
                <a:off x="4069307" y="5279414"/>
                <a:ext cx="1159086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模型设计</a:t>
                </a:r>
              </a:p>
            </p:txBody>
          </p:sp>
          <p:sp>
            <p:nvSpPr>
              <p:cNvPr id="237" name="矩形: 圆角 236">
                <a:extLst>
                  <a:ext uri="{FF2B5EF4-FFF2-40B4-BE49-F238E27FC236}">
                    <a16:creationId xmlns:a16="http://schemas.microsoft.com/office/drawing/2014/main" id="{35307C8F-1EB6-CBF0-C78B-AA841BC9AE56}"/>
                  </a:ext>
                </a:extLst>
              </p:cNvPr>
              <p:cNvSpPr/>
              <p:nvPr/>
            </p:nvSpPr>
            <p:spPr>
              <a:xfrm rot="5400000">
                <a:off x="4528648" y="5277834"/>
                <a:ext cx="1169814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量子线路实现</a:t>
                </a:r>
              </a:p>
            </p:txBody>
          </p: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CD0DA9BD-9280-9B48-B3CC-BA200E71E0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8850" y="4685451"/>
                <a:ext cx="0" cy="135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8A45B880-6AB0-A985-FF78-C507A5EF4E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5379" y="4689457"/>
                <a:ext cx="0" cy="12415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>
                <a:extLst>
                  <a:ext uri="{FF2B5EF4-FFF2-40B4-BE49-F238E27FC236}">
                    <a16:creationId xmlns:a16="http://schemas.microsoft.com/office/drawing/2014/main" id="{E95B7AC7-49E3-0540-5212-411B7B9FBF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3148" y="4559247"/>
                <a:ext cx="0" cy="1291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>
                <a:extLst>
                  <a:ext uri="{FF2B5EF4-FFF2-40B4-BE49-F238E27FC236}">
                    <a16:creationId xmlns:a16="http://schemas.microsoft.com/office/drawing/2014/main" id="{F4EC77DB-F531-E718-E8F3-6698DCEA6B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8850" y="4688390"/>
                <a:ext cx="46470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2" name="矩形: 圆角 241">
                <a:extLst>
                  <a:ext uri="{FF2B5EF4-FFF2-40B4-BE49-F238E27FC236}">
                    <a16:creationId xmlns:a16="http://schemas.microsoft.com/office/drawing/2014/main" id="{72447770-A3E1-A693-CC35-120D2D9417D0}"/>
                  </a:ext>
                </a:extLst>
              </p:cNvPr>
              <p:cNvSpPr/>
              <p:nvPr/>
            </p:nvSpPr>
            <p:spPr>
              <a:xfrm rot="5400000">
                <a:off x="5114370" y="5290801"/>
                <a:ext cx="1169816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聚合算法</a:t>
                </a:r>
              </a:p>
            </p:txBody>
          </p:sp>
          <p:sp>
            <p:nvSpPr>
              <p:cNvPr id="243" name="矩形: 圆角 242">
                <a:extLst>
                  <a:ext uri="{FF2B5EF4-FFF2-40B4-BE49-F238E27FC236}">
                    <a16:creationId xmlns:a16="http://schemas.microsoft.com/office/drawing/2014/main" id="{9A489587-B518-D953-16EB-3DC4BA466981}"/>
                  </a:ext>
                </a:extLst>
              </p:cNvPr>
              <p:cNvSpPr/>
              <p:nvPr/>
            </p:nvSpPr>
            <p:spPr>
              <a:xfrm rot="5400000">
                <a:off x="5599661" y="5294275"/>
                <a:ext cx="1176762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本地更新</a:t>
                </a:r>
              </a:p>
            </p:txBody>
          </p:sp>
          <p:sp>
            <p:nvSpPr>
              <p:cNvPr id="244" name="矩形: 圆角 243">
                <a:extLst>
                  <a:ext uri="{FF2B5EF4-FFF2-40B4-BE49-F238E27FC236}">
                    <a16:creationId xmlns:a16="http://schemas.microsoft.com/office/drawing/2014/main" id="{4035BFE9-3892-DCC7-C9EE-008E3A157182}"/>
                  </a:ext>
                </a:extLst>
              </p:cNvPr>
              <p:cNvSpPr/>
              <p:nvPr/>
            </p:nvSpPr>
            <p:spPr>
              <a:xfrm rot="5400000">
                <a:off x="6046085" y="5284268"/>
                <a:ext cx="1169818" cy="241377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全局更新</a:t>
                </a:r>
              </a:p>
            </p:txBody>
          </p:sp>
          <p:cxnSp>
            <p:nvCxnSpPr>
              <p:cNvPr id="245" name="直接连接符 244">
                <a:extLst>
                  <a:ext uri="{FF2B5EF4-FFF2-40B4-BE49-F238E27FC236}">
                    <a16:creationId xmlns:a16="http://schemas.microsoft.com/office/drawing/2014/main" id="{ABE010B1-AB51-5204-919D-B10D525BF2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7655" y="4697169"/>
                <a:ext cx="0" cy="12415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17E5B65E-117D-C2FE-315C-9784F22298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7501" y="4701509"/>
                <a:ext cx="994613" cy="9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726784AA-3D39-399F-0BA1-36680C2EF5F8}"/>
                  </a:ext>
                </a:extLst>
              </p:cNvPr>
              <p:cNvCxnSpPr>
                <a:cxnSpLocks/>
                <a:stCxn id="228" idx="3"/>
                <a:endCxn id="243" idx="1"/>
              </p:cNvCxnSpPr>
              <p:nvPr/>
            </p:nvCxnSpPr>
            <p:spPr>
              <a:xfrm>
                <a:off x="6188042" y="4548090"/>
                <a:ext cx="0" cy="27849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09DC15D0-4AA5-924E-3A37-F76824E9A9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42114" y="4701509"/>
                <a:ext cx="0" cy="12415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0" name="组合 339">
              <a:extLst>
                <a:ext uri="{FF2B5EF4-FFF2-40B4-BE49-F238E27FC236}">
                  <a16:creationId xmlns:a16="http://schemas.microsoft.com/office/drawing/2014/main" id="{9BB5C939-8107-BD53-5D94-A59369EED562}"/>
                </a:ext>
              </a:extLst>
            </p:cNvPr>
            <p:cNvGrpSpPr/>
            <p:nvPr/>
          </p:nvGrpSpPr>
          <p:grpSpPr>
            <a:xfrm>
              <a:off x="4026018" y="3566"/>
              <a:ext cx="2885725" cy="999116"/>
              <a:chOff x="4412098" y="3566"/>
              <a:chExt cx="2885725" cy="999116"/>
            </a:xfrm>
          </p:grpSpPr>
          <p:sp>
            <p:nvSpPr>
              <p:cNvPr id="270" name="矩形: 圆角 269">
                <a:extLst>
                  <a:ext uri="{FF2B5EF4-FFF2-40B4-BE49-F238E27FC236}">
                    <a16:creationId xmlns:a16="http://schemas.microsoft.com/office/drawing/2014/main" id="{228FD62D-00C1-D1EC-FA91-73C13FF10C3F}"/>
                  </a:ext>
                </a:extLst>
              </p:cNvPr>
              <p:cNvSpPr/>
              <p:nvPr/>
            </p:nvSpPr>
            <p:spPr>
              <a:xfrm>
                <a:off x="5461235" y="45797"/>
                <a:ext cx="910398" cy="21291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基本理论</a:t>
                </a:r>
              </a:p>
            </p:txBody>
          </p:sp>
          <p:sp>
            <p:nvSpPr>
              <p:cNvPr id="271" name="矩形: 圆角 270">
                <a:extLst>
                  <a:ext uri="{FF2B5EF4-FFF2-40B4-BE49-F238E27FC236}">
                    <a16:creationId xmlns:a16="http://schemas.microsoft.com/office/drawing/2014/main" id="{4A276FF5-4E0A-F516-4BE8-C9B5E4849FFB}"/>
                  </a:ext>
                </a:extLst>
              </p:cNvPr>
              <p:cNvSpPr/>
              <p:nvPr/>
            </p:nvSpPr>
            <p:spPr>
              <a:xfrm rot="5400000">
                <a:off x="4717520" y="327734"/>
                <a:ext cx="485345" cy="84445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量子计算基础知识</a:t>
                </a:r>
              </a:p>
            </p:txBody>
          </p:sp>
          <p:sp>
            <p:nvSpPr>
              <p:cNvPr id="272" name="矩形: 圆角 271">
                <a:extLst>
                  <a:ext uri="{FF2B5EF4-FFF2-40B4-BE49-F238E27FC236}">
                    <a16:creationId xmlns:a16="http://schemas.microsoft.com/office/drawing/2014/main" id="{5CE0A798-7A99-CE87-64F9-AE20F0FB7292}"/>
                  </a:ext>
                </a:extLst>
              </p:cNvPr>
              <p:cNvSpPr/>
              <p:nvPr/>
            </p:nvSpPr>
            <p:spPr>
              <a:xfrm rot="5400000">
                <a:off x="5675805" y="330707"/>
                <a:ext cx="481259" cy="84445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量子神经网络</a:t>
                </a:r>
              </a:p>
            </p:txBody>
          </p:sp>
          <p:sp>
            <p:nvSpPr>
              <p:cNvPr id="273" name="矩形: 圆角 272">
                <a:extLst>
                  <a:ext uri="{FF2B5EF4-FFF2-40B4-BE49-F238E27FC236}">
                    <a16:creationId xmlns:a16="http://schemas.microsoft.com/office/drawing/2014/main" id="{E6B11FAE-AB26-2654-85A7-4492AC16DD5B}"/>
                  </a:ext>
                </a:extLst>
              </p:cNvPr>
              <p:cNvSpPr/>
              <p:nvPr/>
            </p:nvSpPr>
            <p:spPr>
              <a:xfrm rot="5400000">
                <a:off x="6634966" y="339825"/>
                <a:ext cx="481261" cy="84445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隐私图像分类</a:t>
                </a:r>
              </a:p>
            </p:txBody>
          </p:sp>
          <p:cxnSp>
            <p:nvCxnSpPr>
              <p:cNvPr id="274" name="直接连接符 273">
                <a:extLst>
                  <a:ext uri="{FF2B5EF4-FFF2-40B4-BE49-F238E27FC236}">
                    <a16:creationId xmlns:a16="http://schemas.microsoft.com/office/drawing/2014/main" id="{979AA889-DE0D-1399-E9E1-0A58DEA0F54F}"/>
                  </a:ext>
                </a:extLst>
              </p:cNvPr>
              <p:cNvCxnSpPr>
                <a:cxnSpLocks/>
                <a:endCxn id="271" idx="1"/>
              </p:cNvCxnSpPr>
              <p:nvPr/>
            </p:nvCxnSpPr>
            <p:spPr>
              <a:xfrm>
                <a:off x="4960192" y="412482"/>
                <a:ext cx="0" cy="948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>
                <a:extLst>
                  <a:ext uri="{FF2B5EF4-FFF2-40B4-BE49-F238E27FC236}">
                    <a16:creationId xmlns:a16="http://schemas.microsoft.com/office/drawing/2014/main" id="{34F74290-04F4-6A7A-95EB-F70B286F90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0192" y="412482"/>
                <a:ext cx="1914451" cy="148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475F3801-AED8-A287-0514-921594E5ACDC}"/>
                  </a:ext>
                </a:extLst>
              </p:cNvPr>
              <p:cNvCxnSpPr>
                <a:cxnSpLocks/>
                <a:stCxn id="270" idx="2"/>
                <a:endCxn id="272" idx="1"/>
              </p:cNvCxnSpPr>
              <p:nvPr/>
            </p:nvCxnSpPr>
            <p:spPr>
              <a:xfrm>
                <a:off x="5916434" y="258710"/>
                <a:ext cx="0" cy="25359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1FB439FC-DB98-0085-C15B-43FDAE4FA36B}"/>
                  </a:ext>
                </a:extLst>
              </p:cNvPr>
              <p:cNvCxnSpPr>
                <a:cxnSpLocks/>
                <a:endCxn id="273" idx="1"/>
              </p:cNvCxnSpPr>
              <p:nvPr/>
            </p:nvCxnSpPr>
            <p:spPr>
              <a:xfrm>
                <a:off x="6874643" y="412482"/>
                <a:ext cx="953" cy="10893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9" name="文本框 278">
                <a:extLst>
                  <a:ext uri="{FF2B5EF4-FFF2-40B4-BE49-F238E27FC236}">
                    <a16:creationId xmlns:a16="http://schemas.microsoft.com/office/drawing/2014/main" id="{F5D77BA6-9ED1-F05E-ED13-2FDD82A808B7}"/>
                  </a:ext>
                </a:extLst>
              </p:cNvPr>
              <p:cNvSpPr txBox="1"/>
              <p:nvPr/>
            </p:nvSpPr>
            <p:spPr>
              <a:xfrm>
                <a:off x="4412098" y="3566"/>
                <a:ext cx="6678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第二章</a:t>
                </a:r>
              </a:p>
            </p:txBody>
          </p:sp>
        </p:grpSp>
        <p:grpSp>
          <p:nvGrpSpPr>
            <p:cNvPr id="339" name="组合 338">
              <a:extLst>
                <a:ext uri="{FF2B5EF4-FFF2-40B4-BE49-F238E27FC236}">
                  <a16:creationId xmlns:a16="http://schemas.microsoft.com/office/drawing/2014/main" id="{AF6E1D03-5329-2599-25F6-7DF4E648DA27}"/>
                </a:ext>
              </a:extLst>
            </p:cNvPr>
            <p:cNvGrpSpPr/>
            <p:nvPr/>
          </p:nvGrpSpPr>
          <p:grpSpPr>
            <a:xfrm>
              <a:off x="2161570" y="5611563"/>
              <a:ext cx="3081994" cy="1021648"/>
              <a:chOff x="2547650" y="5611563"/>
              <a:chExt cx="3081994" cy="1021648"/>
            </a:xfrm>
          </p:grpSpPr>
          <p:sp>
            <p:nvSpPr>
              <p:cNvPr id="301" name="矩形 300">
                <a:extLst>
                  <a:ext uri="{FF2B5EF4-FFF2-40B4-BE49-F238E27FC236}">
                    <a16:creationId xmlns:a16="http://schemas.microsoft.com/office/drawing/2014/main" id="{64FBEFC3-2070-EC68-A8F8-4CF7FEEFE635}"/>
                  </a:ext>
                </a:extLst>
              </p:cNvPr>
              <p:cNvSpPr/>
              <p:nvPr/>
            </p:nvSpPr>
            <p:spPr>
              <a:xfrm>
                <a:off x="2580415" y="5611563"/>
                <a:ext cx="3049229" cy="1021648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02" name="文本框 301">
                <a:extLst>
                  <a:ext uri="{FF2B5EF4-FFF2-40B4-BE49-F238E27FC236}">
                    <a16:creationId xmlns:a16="http://schemas.microsoft.com/office/drawing/2014/main" id="{18A3C87C-0214-1A03-6AF2-AE25A9E3B19F}"/>
                  </a:ext>
                </a:extLst>
              </p:cNvPr>
              <p:cNvSpPr txBox="1"/>
              <p:nvPr/>
            </p:nvSpPr>
            <p:spPr>
              <a:xfrm>
                <a:off x="2547650" y="5640166"/>
                <a:ext cx="6678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第六章</a:t>
                </a:r>
              </a:p>
            </p:txBody>
          </p:sp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DE168EEA-6B7D-ED32-7BD3-DF67C55ACAF0}"/>
                  </a:ext>
                </a:extLst>
              </p:cNvPr>
              <p:cNvSpPr/>
              <p:nvPr/>
            </p:nvSpPr>
            <p:spPr>
              <a:xfrm>
                <a:off x="3597357" y="5715774"/>
                <a:ext cx="985178" cy="231705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总结与展望</a:t>
                </a:r>
              </a:p>
            </p:txBody>
          </p:sp>
          <p:sp>
            <p:nvSpPr>
              <p:cNvPr id="308" name="矩形: 圆角 307">
                <a:extLst>
                  <a:ext uri="{FF2B5EF4-FFF2-40B4-BE49-F238E27FC236}">
                    <a16:creationId xmlns:a16="http://schemas.microsoft.com/office/drawing/2014/main" id="{3409837A-943F-F96C-9C7A-76E4CBC56743}"/>
                  </a:ext>
                </a:extLst>
              </p:cNvPr>
              <p:cNvSpPr/>
              <p:nvPr/>
            </p:nvSpPr>
            <p:spPr>
              <a:xfrm rot="5400000">
                <a:off x="3187576" y="5877620"/>
                <a:ext cx="244474" cy="974354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本文总结</a:t>
                </a:r>
              </a:p>
            </p:txBody>
          </p:sp>
          <p:sp>
            <p:nvSpPr>
              <p:cNvPr id="309" name="矩形: 圆角 308">
                <a:extLst>
                  <a:ext uri="{FF2B5EF4-FFF2-40B4-BE49-F238E27FC236}">
                    <a16:creationId xmlns:a16="http://schemas.microsoft.com/office/drawing/2014/main" id="{6C202537-2CA1-55E8-F53B-03FA6448EE8B}"/>
                  </a:ext>
                </a:extLst>
              </p:cNvPr>
              <p:cNvSpPr/>
              <p:nvPr/>
            </p:nvSpPr>
            <p:spPr>
              <a:xfrm rot="5400000">
                <a:off x="4751522" y="5744351"/>
                <a:ext cx="244476" cy="1240895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未来工作展望</a:t>
                </a:r>
              </a:p>
            </p:txBody>
          </p:sp>
          <p:cxnSp>
            <p:nvCxnSpPr>
              <p:cNvPr id="310" name="直接连接符 309">
                <a:extLst>
                  <a:ext uri="{FF2B5EF4-FFF2-40B4-BE49-F238E27FC236}">
                    <a16:creationId xmlns:a16="http://schemas.microsoft.com/office/drawing/2014/main" id="{4DC3DE5B-2C01-4B42-E88E-DEB7FD8F4AC9}"/>
                  </a:ext>
                </a:extLst>
              </p:cNvPr>
              <p:cNvCxnSpPr>
                <a:cxnSpLocks/>
                <a:endCxn id="308" idx="1"/>
              </p:cNvCxnSpPr>
              <p:nvPr/>
            </p:nvCxnSpPr>
            <p:spPr>
              <a:xfrm>
                <a:off x="3309813" y="6075457"/>
                <a:ext cx="0" cy="16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1" name="直接连接符 310">
                <a:extLst>
                  <a:ext uri="{FF2B5EF4-FFF2-40B4-BE49-F238E27FC236}">
                    <a16:creationId xmlns:a16="http://schemas.microsoft.com/office/drawing/2014/main" id="{40089325-9C93-9041-186B-1557C27609B9}"/>
                  </a:ext>
                </a:extLst>
              </p:cNvPr>
              <p:cNvCxnSpPr>
                <a:cxnSpLocks/>
                <a:endCxn id="309" idx="1"/>
              </p:cNvCxnSpPr>
              <p:nvPr/>
            </p:nvCxnSpPr>
            <p:spPr>
              <a:xfrm>
                <a:off x="4873760" y="6075457"/>
                <a:ext cx="0" cy="1671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2" name="直接连接符 311">
                <a:extLst>
                  <a:ext uri="{FF2B5EF4-FFF2-40B4-BE49-F238E27FC236}">
                    <a16:creationId xmlns:a16="http://schemas.microsoft.com/office/drawing/2014/main" id="{9EEDC356-BE1C-07C0-B318-95FFA5EE306D}"/>
                  </a:ext>
                </a:extLst>
              </p:cNvPr>
              <p:cNvCxnSpPr>
                <a:cxnSpLocks/>
                <a:stCxn id="303" idx="2"/>
              </p:cNvCxnSpPr>
              <p:nvPr/>
            </p:nvCxnSpPr>
            <p:spPr>
              <a:xfrm>
                <a:off x="4089946" y="5947479"/>
                <a:ext cx="0" cy="12797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直接连接符 312">
                <a:extLst>
                  <a:ext uri="{FF2B5EF4-FFF2-40B4-BE49-F238E27FC236}">
                    <a16:creationId xmlns:a16="http://schemas.microsoft.com/office/drawing/2014/main" id="{22861052-587D-6E84-1ECD-9B5367DBB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09813" y="6076524"/>
                <a:ext cx="1563947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2" name="组合 341">
              <a:extLst>
                <a:ext uri="{FF2B5EF4-FFF2-40B4-BE49-F238E27FC236}">
                  <a16:creationId xmlns:a16="http://schemas.microsoft.com/office/drawing/2014/main" id="{0ADE038A-6DB6-0914-EF16-F942B813193E}"/>
                </a:ext>
              </a:extLst>
            </p:cNvPr>
            <p:cNvGrpSpPr/>
            <p:nvPr/>
          </p:nvGrpSpPr>
          <p:grpSpPr>
            <a:xfrm>
              <a:off x="1224604" y="4214821"/>
              <a:ext cx="4938615" cy="1219455"/>
              <a:chOff x="1610684" y="4156410"/>
              <a:chExt cx="4938615" cy="1219455"/>
            </a:xfrm>
          </p:grpSpPr>
          <p:grpSp>
            <p:nvGrpSpPr>
              <p:cNvPr id="306" name="组合 305">
                <a:extLst>
                  <a:ext uri="{FF2B5EF4-FFF2-40B4-BE49-F238E27FC236}">
                    <a16:creationId xmlns:a16="http://schemas.microsoft.com/office/drawing/2014/main" id="{93BA5099-0D78-2EEE-E52E-9FE72FDE3502}"/>
                  </a:ext>
                </a:extLst>
              </p:cNvPr>
              <p:cNvGrpSpPr/>
              <p:nvPr/>
            </p:nvGrpSpPr>
            <p:grpSpPr>
              <a:xfrm>
                <a:off x="1610684" y="4156410"/>
                <a:ext cx="4938615" cy="1219455"/>
                <a:chOff x="1610684" y="4156410"/>
                <a:chExt cx="4938615" cy="1219455"/>
              </a:xfrm>
            </p:grpSpPr>
            <p:sp>
              <p:nvSpPr>
                <p:cNvPr id="296" name="矩形 295">
                  <a:extLst>
                    <a:ext uri="{FF2B5EF4-FFF2-40B4-BE49-F238E27FC236}">
                      <a16:creationId xmlns:a16="http://schemas.microsoft.com/office/drawing/2014/main" id="{2E2B2D4A-7038-E134-B656-AED0FE32CA41}"/>
                    </a:ext>
                  </a:extLst>
                </p:cNvPr>
                <p:cNvSpPr/>
                <p:nvPr/>
              </p:nvSpPr>
              <p:spPr>
                <a:xfrm>
                  <a:off x="1627995" y="4156410"/>
                  <a:ext cx="4921304" cy="1219455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8752AA52-44D1-8CF8-E34D-692074D778C6}"/>
                    </a:ext>
                  </a:extLst>
                </p:cNvPr>
                <p:cNvSpPr txBox="1"/>
                <p:nvPr/>
              </p:nvSpPr>
              <p:spPr>
                <a:xfrm>
                  <a:off x="1610684" y="4175756"/>
                  <a:ext cx="6678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第五章</a:t>
                  </a:r>
                </a:p>
              </p:txBody>
            </p:sp>
            <p:sp>
              <p:nvSpPr>
                <p:cNvPr id="298" name="矩形: 圆角 297">
                  <a:extLst>
                    <a:ext uri="{FF2B5EF4-FFF2-40B4-BE49-F238E27FC236}">
                      <a16:creationId xmlns:a16="http://schemas.microsoft.com/office/drawing/2014/main" id="{F4A6A2EC-6713-748D-3D4F-1E80CC8B5341}"/>
                    </a:ext>
                  </a:extLst>
                </p:cNvPr>
                <p:cNvSpPr/>
                <p:nvPr/>
              </p:nvSpPr>
              <p:spPr>
                <a:xfrm>
                  <a:off x="2232980" y="4241359"/>
                  <a:ext cx="3879526" cy="231705"/>
                </a:xfrm>
                <a:prstGeom prst="round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基于量子同态神经网络及联邦学习的隐私图像分类方案</a:t>
                  </a:r>
                </a:p>
              </p:txBody>
            </p:sp>
            <p:sp>
              <p:nvSpPr>
                <p:cNvPr id="299" name="矩形: 圆角 298">
                  <a:extLst>
                    <a:ext uri="{FF2B5EF4-FFF2-40B4-BE49-F238E27FC236}">
                      <a16:creationId xmlns:a16="http://schemas.microsoft.com/office/drawing/2014/main" id="{3FE140C5-BD1C-7A69-4CBE-6DC1E5CC813F}"/>
                    </a:ext>
                  </a:extLst>
                </p:cNvPr>
                <p:cNvSpPr/>
                <p:nvPr/>
              </p:nvSpPr>
              <p:spPr>
                <a:xfrm rot="5400000">
                  <a:off x="2606741" y="4057347"/>
                  <a:ext cx="462762" cy="1886787"/>
                </a:xfrm>
                <a:prstGeom prst="round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基于量子同态神经网络的加密图像分类方案</a:t>
                  </a:r>
                </a:p>
              </p:txBody>
            </p:sp>
            <p:sp>
              <p:nvSpPr>
                <p:cNvPr id="300" name="矩形: 圆角 299">
                  <a:extLst>
                    <a:ext uri="{FF2B5EF4-FFF2-40B4-BE49-F238E27FC236}">
                      <a16:creationId xmlns:a16="http://schemas.microsoft.com/office/drawing/2014/main" id="{22F595F8-4AD7-B8B2-D8B6-505F70C2AC86}"/>
                    </a:ext>
                  </a:extLst>
                </p:cNvPr>
                <p:cNvSpPr/>
                <p:nvPr/>
              </p:nvSpPr>
              <p:spPr>
                <a:xfrm rot="5400000">
                  <a:off x="5117271" y="4053566"/>
                  <a:ext cx="462764" cy="1886787"/>
                </a:xfrm>
                <a:prstGeom prst="round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基于个性化量子联邦学习的隐私图像分类方案</a:t>
                  </a:r>
                </a:p>
              </p:txBody>
            </p:sp>
          </p:grpSp>
          <p:cxnSp>
            <p:nvCxnSpPr>
              <p:cNvPr id="323" name="直接连接符 322">
                <a:extLst>
                  <a:ext uri="{FF2B5EF4-FFF2-40B4-BE49-F238E27FC236}">
                    <a16:creationId xmlns:a16="http://schemas.microsoft.com/office/drawing/2014/main" id="{6E040819-3D40-DD30-2987-FE88F2589BCB}"/>
                  </a:ext>
                </a:extLst>
              </p:cNvPr>
              <p:cNvCxnSpPr>
                <a:cxnSpLocks/>
                <a:endCxn id="299" idx="1"/>
              </p:cNvCxnSpPr>
              <p:nvPr/>
            </p:nvCxnSpPr>
            <p:spPr>
              <a:xfrm>
                <a:off x="2838122" y="4602257"/>
                <a:ext cx="0" cy="16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DD829B77-A6AF-FE79-9221-73FEA0668660}"/>
                  </a:ext>
                </a:extLst>
              </p:cNvPr>
              <p:cNvCxnSpPr>
                <a:cxnSpLocks/>
                <a:endCxn id="300" idx="1"/>
              </p:cNvCxnSpPr>
              <p:nvPr/>
            </p:nvCxnSpPr>
            <p:spPr>
              <a:xfrm>
                <a:off x="5348652" y="4598475"/>
                <a:ext cx="1" cy="1671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 324">
                <a:extLst>
                  <a:ext uri="{FF2B5EF4-FFF2-40B4-BE49-F238E27FC236}">
                    <a16:creationId xmlns:a16="http://schemas.microsoft.com/office/drawing/2014/main" id="{4D9F0339-0A48-2298-057E-C05D5D5B08C9}"/>
                  </a:ext>
                </a:extLst>
              </p:cNvPr>
              <p:cNvCxnSpPr>
                <a:cxnSpLocks/>
                <a:stCxn id="298" idx="2"/>
              </p:cNvCxnSpPr>
              <p:nvPr/>
            </p:nvCxnSpPr>
            <p:spPr>
              <a:xfrm>
                <a:off x="4172743" y="4473064"/>
                <a:ext cx="0" cy="1290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93C4EEDB-2635-7952-2BDD-65FE7150FD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5519" y="4603555"/>
                <a:ext cx="251567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8" name="箭头: 下 347">
              <a:extLst>
                <a:ext uri="{FF2B5EF4-FFF2-40B4-BE49-F238E27FC236}">
                  <a16:creationId xmlns:a16="http://schemas.microsoft.com/office/drawing/2014/main" id="{E03C18AE-71B9-3DC2-11D2-8290DF732121}"/>
                </a:ext>
              </a:extLst>
            </p:cNvPr>
            <p:cNvSpPr/>
            <p:nvPr/>
          </p:nvSpPr>
          <p:spPr>
            <a:xfrm>
              <a:off x="2267646" y="3987560"/>
              <a:ext cx="168192" cy="268135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箭头: 下 348">
              <a:extLst>
                <a:ext uri="{FF2B5EF4-FFF2-40B4-BE49-F238E27FC236}">
                  <a16:creationId xmlns:a16="http://schemas.microsoft.com/office/drawing/2014/main" id="{ACF62128-1CFF-46DE-7E62-861BD73AB759}"/>
                </a:ext>
              </a:extLst>
            </p:cNvPr>
            <p:cNvSpPr/>
            <p:nvPr/>
          </p:nvSpPr>
          <p:spPr>
            <a:xfrm>
              <a:off x="4854096" y="3992144"/>
              <a:ext cx="168192" cy="268135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箭头: 下 349">
              <a:extLst>
                <a:ext uri="{FF2B5EF4-FFF2-40B4-BE49-F238E27FC236}">
                  <a16:creationId xmlns:a16="http://schemas.microsoft.com/office/drawing/2014/main" id="{6D0E9881-ABB6-F280-5946-1861973B4A40}"/>
                </a:ext>
              </a:extLst>
            </p:cNvPr>
            <p:cNvSpPr/>
            <p:nvPr/>
          </p:nvSpPr>
          <p:spPr>
            <a:xfrm>
              <a:off x="3618471" y="5383116"/>
              <a:ext cx="168192" cy="268135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" name="箭头: 下 350">
              <a:extLst>
                <a:ext uri="{FF2B5EF4-FFF2-40B4-BE49-F238E27FC236}">
                  <a16:creationId xmlns:a16="http://schemas.microsoft.com/office/drawing/2014/main" id="{CD909440-6435-290D-FC20-497C81913AE8}"/>
                </a:ext>
              </a:extLst>
            </p:cNvPr>
            <p:cNvSpPr/>
            <p:nvPr/>
          </p:nvSpPr>
          <p:spPr>
            <a:xfrm>
              <a:off x="1610176" y="1029065"/>
              <a:ext cx="168192" cy="268135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2" name="箭头: 下 351">
              <a:extLst>
                <a:ext uri="{FF2B5EF4-FFF2-40B4-BE49-F238E27FC236}">
                  <a16:creationId xmlns:a16="http://schemas.microsoft.com/office/drawing/2014/main" id="{AF1DA166-4C66-C00A-048D-1F3F2F04631A}"/>
                </a:ext>
              </a:extLst>
            </p:cNvPr>
            <p:cNvSpPr/>
            <p:nvPr/>
          </p:nvSpPr>
          <p:spPr>
            <a:xfrm>
              <a:off x="5243564" y="1026187"/>
              <a:ext cx="168192" cy="268135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CA32CE1-CB7A-75F7-EFB2-B80284A79907}"/>
              </a:ext>
            </a:extLst>
          </p:cNvPr>
          <p:cNvGrpSpPr/>
          <p:nvPr/>
        </p:nvGrpSpPr>
        <p:grpSpPr>
          <a:xfrm>
            <a:off x="8268014" y="114356"/>
            <a:ext cx="3820226" cy="4141339"/>
            <a:chOff x="8268014" y="114356"/>
            <a:chExt cx="3820226" cy="4141339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F4B1ED01-884B-41FD-FB33-75B93B7EE69E}"/>
                </a:ext>
              </a:extLst>
            </p:cNvPr>
            <p:cNvSpPr/>
            <p:nvPr/>
          </p:nvSpPr>
          <p:spPr>
            <a:xfrm>
              <a:off x="8268014" y="538040"/>
              <a:ext cx="3240000" cy="32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929E3D0C-7422-4C3F-3B4E-A04E26827D42}"/>
                </a:ext>
              </a:extLst>
            </p:cNvPr>
            <p:cNvSpPr/>
            <p:nvPr/>
          </p:nvSpPr>
          <p:spPr>
            <a:xfrm>
              <a:off x="8268014" y="1518343"/>
              <a:ext cx="3240000" cy="12793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2F8E4B4-C3F8-5CBA-CD3C-E05635E88A6F}"/>
                </a:ext>
              </a:extLst>
            </p:cNvPr>
            <p:cNvCxnSpPr/>
            <p:nvPr/>
          </p:nvCxnSpPr>
          <p:spPr>
            <a:xfrm flipH="1">
              <a:off x="9058848" y="2158040"/>
              <a:ext cx="829166" cy="80319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1885D02F-3C2A-4DF5-94C7-CE178FEF4556}"/>
                </a:ext>
              </a:extLst>
            </p:cNvPr>
            <p:cNvCxnSpPr>
              <a:cxnSpLocks/>
            </p:cNvCxnSpPr>
            <p:nvPr/>
          </p:nvCxnSpPr>
          <p:spPr>
            <a:xfrm>
              <a:off x="9888014" y="2158040"/>
              <a:ext cx="185225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081E3B02-D472-47F5-52E9-681B63ED63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8014" y="230548"/>
              <a:ext cx="0" cy="192749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E1CD65B-C39C-AD48-D70F-2BDA7327451F}"/>
                </a:ext>
              </a:extLst>
            </p:cNvPr>
            <p:cNvSpPr txBox="1"/>
            <p:nvPr/>
          </p:nvSpPr>
          <p:spPr>
            <a:xfrm>
              <a:off x="8725101" y="2961230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6FCDBB3-2B4B-3F97-4197-4932E4DB8722}"/>
                </a:ext>
              </a:extLst>
            </p:cNvPr>
            <p:cNvSpPr txBox="1"/>
            <p:nvPr/>
          </p:nvSpPr>
          <p:spPr>
            <a:xfrm>
              <a:off x="11764112" y="2067016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6D4BB5A-D806-97D5-6846-7917A0C619BF}"/>
                </a:ext>
              </a:extLst>
            </p:cNvPr>
            <p:cNvSpPr txBox="1"/>
            <p:nvPr/>
          </p:nvSpPr>
          <p:spPr>
            <a:xfrm>
              <a:off x="9969931" y="114356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Z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283EC55-F1F9-4983-91E4-027D9A5AC2E5}"/>
                </a:ext>
              </a:extLst>
            </p:cNvPr>
            <p:cNvSpPr/>
            <p:nvPr/>
          </p:nvSpPr>
          <p:spPr>
            <a:xfrm>
              <a:off x="9827990" y="484321"/>
              <a:ext cx="108000" cy="107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4B90E31-F444-AF19-FBE7-8B9F183DC6CF}"/>
                </a:ext>
              </a:extLst>
            </p:cNvPr>
            <p:cNvSpPr/>
            <p:nvPr/>
          </p:nvSpPr>
          <p:spPr>
            <a:xfrm>
              <a:off x="9827990" y="3724955"/>
              <a:ext cx="108000" cy="107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A44E124-E163-31A9-B8FF-174432A26B74}"/>
                </a:ext>
              </a:extLst>
            </p:cNvPr>
            <p:cNvSpPr txBox="1"/>
            <p:nvPr/>
          </p:nvSpPr>
          <p:spPr>
            <a:xfrm>
              <a:off x="9491948" y="1882350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箭头: 下 12">
              <a:extLst>
                <a:ext uri="{FF2B5EF4-FFF2-40B4-BE49-F238E27FC236}">
                  <a16:creationId xmlns:a16="http://schemas.microsoft.com/office/drawing/2014/main" id="{7A97D8BE-3B99-F2CD-A34C-4E3777BA151E}"/>
                </a:ext>
              </a:extLst>
            </p:cNvPr>
            <p:cNvSpPr/>
            <p:nvPr/>
          </p:nvSpPr>
          <p:spPr>
            <a:xfrm rot="13782813">
              <a:off x="10233699" y="1249792"/>
              <a:ext cx="127133" cy="1109523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20EAC94-D7C2-B5FD-7F9B-87E5462B37D8}"/>
                </a:ext>
              </a:extLst>
            </p:cNvPr>
            <p:cNvSpPr/>
            <p:nvPr/>
          </p:nvSpPr>
          <p:spPr>
            <a:xfrm>
              <a:off x="10713577" y="1354850"/>
              <a:ext cx="108000" cy="107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E2AD6AA-1009-2FBE-522F-B2855EC6D7DA}"/>
                </a:ext>
              </a:extLst>
            </p:cNvPr>
            <p:cNvCxnSpPr>
              <a:stCxn id="14" idx="4"/>
            </p:cNvCxnSpPr>
            <p:nvPr/>
          </p:nvCxnSpPr>
          <p:spPr>
            <a:xfrm flipH="1">
              <a:off x="10761553" y="1462287"/>
              <a:ext cx="6024" cy="97406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7E3492C-3624-9DD0-C9C5-5CBBC81C61C1}"/>
                </a:ext>
              </a:extLst>
            </p:cNvPr>
            <p:cNvCxnSpPr>
              <a:stCxn id="13" idx="0"/>
            </p:cNvCxnSpPr>
            <p:nvPr/>
          </p:nvCxnSpPr>
          <p:spPr>
            <a:xfrm>
              <a:off x="9874081" y="2163267"/>
              <a:ext cx="884461" cy="27308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87EE5C06-5CE2-6194-4560-20E1059ADA31}"/>
                </a:ext>
              </a:extLst>
            </p:cNvPr>
            <p:cNvSpPr/>
            <p:nvPr/>
          </p:nvSpPr>
          <p:spPr>
            <a:xfrm rot="21164008">
              <a:off x="9805385" y="1748690"/>
              <a:ext cx="360000" cy="360000"/>
            </a:xfrm>
            <a:prstGeom prst="arc">
              <a:avLst>
                <a:gd name="adj1" fmla="val 14879841"/>
                <a:gd name="adj2" fmla="val 2101172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AAA92D81-ED24-124D-E8B4-F9ED97A6B040}"/>
                </a:ext>
              </a:extLst>
            </p:cNvPr>
            <p:cNvSpPr/>
            <p:nvPr/>
          </p:nvSpPr>
          <p:spPr>
            <a:xfrm rot="7659393">
              <a:off x="9487052" y="1562994"/>
              <a:ext cx="914400" cy="914400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2853B7B1-FEDD-01A6-34DC-F72F4F3EDE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4802440"/>
                </p:ext>
              </p:extLst>
            </p:nvPr>
          </p:nvGraphicFramePr>
          <p:xfrm>
            <a:off x="9503862" y="116343"/>
            <a:ext cx="324128" cy="367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0440" imgH="215640" progId="Equation.DSMT4">
                    <p:embed/>
                  </p:oleObj>
                </mc:Choice>
                <mc:Fallback>
                  <p:oleObj name="Equation" r:id="rId3" imgW="190440" imgH="21564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31454719-86B5-32E0-85C9-2431D4B3D0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503862" y="116343"/>
                          <a:ext cx="324128" cy="3673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8F28C33-1798-0F01-A99D-2C25FB5E21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1996518"/>
                </p:ext>
              </p:extLst>
            </p:nvPr>
          </p:nvGraphicFramePr>
          <p:xfrm>
            <a:off x="9773926" y="3886363"/>
            <a:ext cx="324128" cy="369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215640" progId="Equation.DSMT4">
                    <p:embed/>
                  </p:oleObj>
                </mc:Choice>
                <mc:Fallback>
                  <p:oleObj name="Equation" r:id="rId5" imgW="164880" imgH="21564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CF858E65-0F64-E27B-3C9A-985BE268BC2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773926" y="3886363"/>
                          <a:ext cx="324128" cy="3693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19161689-9EF2-2D7F-3364-8A3C0ADDE1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937509"/>
                </p:ext>
              </p:extLst>
            </p:nvPr>
          </p:nvGraphicFramePr>
          <p:xfrm>
            <a:off x="10869553" y="1120983"/>
            <a:ext cx="328818" cy="369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15640" progId="Equation.DSMT4">
                    <p:embed/>
                  </p:oleObj>
                </mc:Choice>
                <mc:Fallback>
                  <p:oleObj name="Equation" r:id="rId7" imgW="203040" imgH="21564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CFF590A9-0B60-41DF-3870-DC24232E98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869553" y="1120983"/>
                          <a:ext cx="328818" cy="3693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03D8F273-DA3C-9305-B318-D820F20D5C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399783"/>
                </p:ext>
              </p:extLst>
            </p:nvPr>
          </p:nvGraphicFramePr>
          <p:xfrm>
            <a:off x="10014098" y="1502246"/>
            <a:ext cx="209441" cy="238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4120" imgH="152280" progId="Equation.DSMT4">
                    <p:embed/>
                  </p:oleObj>
                </mc:Choice>
                <mc:Fallback>
                  <p:oleObj name="Equation" r:id="rId9" imgW="114120" imgH="15228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8ECDA594-D80F-979D-022D-1FE99D9113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014098" y="1502246"/>
                          <a:ext cx="209441" cy="2386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E4977732-691A-5265-153D-301E14462F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571712"/>
                </p:ext>
              </p:extLst>
            </p:nvPr>
          </p:nvGraphicFramePr>
          <p:xfrm>
            <a:off x="9856660" y="2461811"/>
            <a:ext cx="235904" cy="366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14120" imgH="177480" progId="Equation.DSMT4">
                    <p:embed/>
                  </p:oleObj>
                </mc:Choice>
                <mc:Fallback>
                  <p:oleObj name="Equation" r:id="rId11" imgW="114120" imgH="17748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F0CBD4E8-48BF-4B85-D4DF-C4C6098B34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856660" y="2461811"/>
                          <a:ext cx="235904" cy="3669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69747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FD646-4BC8-DB1A-1631-CA0447012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8A733CB-C4AE-CD2D-B2F9-1A5227E6C617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D75BF44-B5F1-8FB6-2AE1-7ABF4449414C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E70105F5-FDD3-8EBA-B04B-138C486B0911}"/>
              </a:ext>
            </a:extLst>
          </p:cNvPr>
          <p:cNvGrpSpPr/>
          <p:nvPr/>
        </p:nvGrpSpPr>
        <p:grpSpPr>
          <a:xfrm>
            <a:off x="101295" y="62840"/>
            <a:ext cx="4759001" cy="4141339"/>
            <a:chOff x="101295" y="62840"/>
            <a:chExt cx="4759001" cy="4141339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F17CA50F-7886-4E30-07F7-1DD3E86D84C6}"/>
                </a:ext>
              </a:extLst>
            </p:cNvPr>
            <p:cNvSpPr/>
            <p:nvPr/>
          </p:nvSpPr>
          <p:spPr>
            <a:xfrm>
              <a:off x="101295" y="486524"/>
              <a:ext cx="3240000" cy="32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E589E03E-83FC-4082-98F5-D6752B877839}"/>
                </a:ext>
              </a:extLst>
            </p:cNvPr>
            <p:cNvSpPr/>
            <p:nvPr/>
          </p:nvSpPr>
          <p:spPr>
            <a:xfrm>
              <a:off x="101295" y="1466827"/>
              <a:ext cx="3240000" cy="12793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05732244-3A3A-778D-0A32-1B3E0537D13A}"/>
                </a:ext>
              </a:extLst>
            </p:cNvPr>
            <p:cNvCxnSpPr/>
            <p:nvPr/>
          </p:nvCxnSpPr>
          <p:spPr>
            <a:xfrm flipH="1">
              <a:off x="892129" y="2106524"/>
              <a:ext cx="829166" cy="80319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FA1FDD0B-9C31-64E5-C114-B3E085A13A91}"/>
                </a:ext>
              </a:extLst>
            </p:cNvPr>
            <p:cNvCxnSpPr>
              <a:cxnSpLocks/>
            </p:cNvCxnSpPr>
            <p:nvPr/>
          </p:nvCxnSpPr>
          <p:spPr>
            <a:xfrm>
              <a:off x="1721295" y="2106524"/>
              <a:ext cx="185225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716238A2-443D-4E10-E612-5CAD666C7A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295" y="179032"/>
              <a:ext cx="0" cy="192749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12E6C18-E91D-B496-C074-D4E82954E0CE}"/>
                </a:ext>
              </a:extLst>
            </p:cNvPr>
            <p:cNvSpPr txBox="1"/>
            <p:nvPr/>
          </p:nvSpPr>
          <p:spPr>
            <a:xfrm>
              <a:off x="558382" y="2909714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8B4E4225-579D-2FA2-1DED-9AE87792511E}"/>
                </a:ext>
              </a:extLst>
            </p:cNvPr>
            <p:cNvSpPr txBox="1"/>
            <p:nvPr/>
          </p:nvSpPr>
          <p:spPr>
            <a:xfrm>
              <a:off x="3597393" y="2015500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C232EC3-57BA-6397-6CEC-83C5DA46523F}"/>
                </a:ext>
              </a:extLst>
            </p:cNvPr>
            <p:cNvSpPr txBox="1"/>
            <p:nvPr/>
          </p:nvSpPr>
          <p:spPr>
            <a:xfrm>
              <a:off x="1803212" y="62840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Z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E0A82E6A-E266-2006-8A4D-C4FE0E9A79FD}"/>
                </a:ext>
              </a:extLst>
            </p:cNvPr>
            <p:cNvSpPr/>
            <p:nvPr/>
          </p:nvSpPr>
          <p:spPr>
            <a:xfrm>
              <a:off x="1661271" y="432805"/>
              <a:ext cx="108000" cy="107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EA2F8CCD-114A-9594-8651-048E9011C450}"/>
                </a:ext>
              </a:extLst>
            </p:cNvPr>
            <p:cNvSpPr/>
            <p:nvPr/>
          </p:nvSpPr>
          <p:spPr>
            <a:xfrm>
              <a:off x="1661271" y="3673439"/>
              <a:ext cx="108000" cy="107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07A9ED6-71A7-C1E4-A125-613176C9FE63}"/>
                </a:ext>
              </a:extLst>
            </p:cNvPr>
            <p:cNvSpPr txBox="1"/>
            <p:nvPr/>
          </p:nvSpPr>
          <p:spPr>
            <a:xfrm>
              <a:off x="1325229" y="1830834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039D19E5-A369-7D8F-12EA-BAA17C93B7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0318937"/>
                </p:ext>
              </p:extLst>
            </p:nvPr>
          </p:nvGraphicFramePr>
          <p:xfrm>
            <a:off x="1337143" y="64827"/>
            <a:ext cx="324128" cy="367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0440" imgH="215640" progId="Equation.DSMT4">
                    <p:embed/>
                  </p:oleObj>
                </mc:Choice>
                <mc:Fallback>
                  <p:oleObj name="Equation" r:id="rId3" imgW="190440" imgH="21564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31454719-86B5-32E0-85C9-2431D4B3D0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37143" y="64827"/>
                          <a:ext cx="324128" cy="3673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F1E9D1A9-DBFC-DD16-8C60-C678ACB7A3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2907461"/>
                </p:ext>
              </p:extLst>
            </p:nvPr>
          </p:nvGraphicFramePr>
          <p:xfrm>
            <a:off x="1607207" y="3834847"/>
            <a:ext cx="324128" cy="369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215640" progId="Equation.DSMT4">
                    <p:embed/>
                  </p:oleObj>
                </mc:Choice>
                <mc:Fallback>
                  <p:oleObj name="Equation" r:id="rId5" imgW="164880" imgH="21564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CF858E65-0F64-E27B-3C9A-985BE268BC2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07207" y="3834847"/>
                          <a:ext cx="324128" cy="3693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F04BF583-988A-3CCA-406F-03C8313EE887}"/>
                </a:ext>
              </a:extLst>
            </p:cNvPr>
            <p:cNvGrpSpPr/>
            <p:nvPr/>
          </p:nvGrpSpPr>
          <p:grpSpPr>
            <a:xfrm>
              <a:off x="804342" y="1195897"/>
              <a:ext cx="1917205" cy="1874502"/>
              <a:chOff x="5858255" y="1560422"/>
              <a:chExt cx="1917205" cy="1874502"/>
            </a:xfrm>
          </p:grpSpPr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9C0C590B-A18F-5A80-1EA2-06D1F4FC3534}"/>
                  </a:ext>
                </a:extLst>
              </p:cNvPr>
              <p:cNvSpPr/>
              <p:nvPr/>
            </p:nvSpPr>
            <p:spPr>
              <a:xfrm>
                <a:off x="5858256" y="1560422"/>
                <a:ext cx="1917204" cy="1874502"/>
              </a:xfrm>
              <a:prstGeom prst="ellipse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1E409431-5F4A-CEB1-206F-4DFFA9A9BC12}"/>
                  </a:ext>
                </a:extLst>
              </p:cNvPr>
              <p:cNvSpPr/>
              <p:nvPr/>
            </p:nvSpPr>
            <p:spPr>
              <a:xfrm>
                <a:off x="5858255" y="2145910"/>
                <a:ext cx="1917205" cy="708067"/>
              </a:xfrm>
              <a:prstGeom prst="ellipse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530645C3-802F-493A-D02B-4D726A9958B7}"/>
                </a:ext>
              </a:extLst>
            </p:cNvPr>
            <p:cNvSpPr/>
            <p:nvPr/>
          </p:nvSpPr>
          <p:spPr>
            <a:xfrm>
              <a:off x="1667296" y="2052805"/>
              <a:ext cx="108000" cy="10743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55F9522C-FDA1-1D38-03D8-E1CECDAEEC38}"/>
                </a:ext>
              </a:extLst>
            </p:cNvPr>
            <p:cNvCxnSpPr>
              <a:cxnSpLocks/>
              <a:stCxn id="68" idx="7"/>
            </p:cNvCxnSpPr>
            <p:nvPr/>
          </p:nvCxnSpPr>
          <p:spPr>
            <a:xfrm flipV="1">
              <a:off x="2440779" y="1069468"/>
              <a:ext cx="1197720" cy="400943"/>
            </a:xfrm>
            <a:prstGeom prst="line">
              <a:avLst/>
            </a:prstGeom>
            <a:ln w="127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C29DECC-B3EB-59DA-75AF-B10D4028562F}"/>
                </a:ext>
              </a:extLst>
            </p:cNvPr>
            <p:cNvCxnSpPr>
              <a:cxnSpLocks/>
              <a:stCxn id="71" idx="7"/>
            </p:cNvCxnSpPr>
            <p:nvPr/>
          </p:nvCxnSpPr>
          <p:spPr>
            <a:xfrm flipV="1">
              <a:off x="1759480" y="1450731"/>
              <a:ext cx="1923882" cy="61780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13AE486-8B1A-A840-B5CC-01C02F3B5D12}"/>
                </a:ext>
              </a:extLst>
            </p:cNvPr>
            <p:cNvCxnSpPr>
              <a:cxnSpLocks/>
              <a:stCxn id="46" idx="7"/>
            </p:cNvCxnSpPr>
            <p:nvPr/>
          </p:nvCxnSpPr>
          <p:spPr>
            <a:xfrm flipV="1">
              <a:off x="2866808" y="745290"/>
              <a:ext cx="730585" cy="2157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942B7F12-700D-EA52-8535-156704ABD7ED}"/>
                </a:ext>
              </a:extLst>
            </p:cNvPr>
            <p:cNvSpPr txBox="1"/>
            <p:nvPr/>
          </p:nvSpPr>
          <p:spPr>
            <a:xfrm>
              <a:off x="3597393" y="54024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纯态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222EB06A-A869-4601-FD12-E14E3B4363E8}"/>
                </a:ext>
              </a:extLst>
            </p:cNvPr>
            <p:cNvSpPr txBox="1"/>
            <p:nvPr/>
          </p:nvSpPr>
          <p:spPr>
            <a:xfrm>
              <a:off x="3587256" y="905642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混合态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3823DD7D-340D-197F-C46D-2CDC479363D2}"/>
                </a:ext>
              </a:extLst>
            </p:cNvPr>
            <p:cNvSpPr txBox="1"/>
            <p:nvPr/>
          </p:nvSpPr>
          <p:spPr>
            <a:xfrm>
              <a:off x="3649708" y="1281454"/>
              <a:ext cx="12105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最大混合态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27AD43E-ED0B-F390-BF78-A70B17EBDF33}"/>
              </a:ext>
            </a:extLst>
          </p:cNvPr>
          <p:cNvGrpSpPr/>
          <p:nvPr/>
        </p:nvGrpSpPr>
        <p:grpSpPr>
          <a:xfrm>
            <a:off x="9797705" y="65694"/>
            <a:ext cx="1116857" cy="1132763"/>
            <a:chOff x="3145809" y="941695"/>
            <a:chExt cx="1116857" cy="1132763"/>
          </a:xfrm>
        </p:grpSpPr>
        <p:sp>
          <p:nvSpPr>
            <p:cNvPr id="17" name="立方体 16">
              <a:extLst>
                <a:ext uri="{FF2B5EF4-FFF2-40B4-BE49-F238E27FC236}">
                  <a16:creationId xmlns:a16="http://schemas.microsoft.com/office/drawing/2014/main" id="{440216D2-6468-242D-37BA-075F40AFF0EE}"/>
                </a:ext>
              </a:extLst>
            </p:cNvPr>
            <p:cNvSpPr/>
            <p:nvPr/>
          </p:nvSpPr>
          <p:spPr>
            <a:xfrm>
              <a:off x="3145809" y="941695"/>
              <a:ext cx="866633" cy="1132763"/>
            </a:xfrm>
            <a:prstGeom prst="cube">
              <a:avLst>
                <a:gd name="adj" fmla="val 47253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圆柱体 19">
              <a:extLst>
                <a:ext uri="{FF2B5EF4-FFF2-40B4-BE49-F238E27FC236}">
                  <a16:creationId xmlns:a16="http://schemas.microsoft.com/office/drawing/2014/main" id="{DE3BC987-0918-D94C-CDD4-278256E396F8}"/>
                </a:ext>
              </a:extLst>
            </p:cNvPr>
            <p:cNvSpPr/>
            <p:nvPr/>
          </p:nvSpPr>
          <p:spPr>
            <a:xfrm>
              <a:off x="3762217" y="1433017"/>
              <a:ext cx="500449" cy="528248"/>
            </a:xfrm>
            <a:prstGeom prst="can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42C87A6-9828-BDFA-F96B-6EDBEB5D7A68}"/>
                </a:ext>
              </a:extLst>
            </p:cNvPr>
            <p:cNvCxnSpPr>
              <a:stCxn id="17" idx="2"/>
              <a:endCxn id="17" idx="4"/>
            </p:cNvCxnSpPr>
            <p:nvPr/>
          </p:nvCxnSpPr>
          <p:spPr>
            <a:xfrm>
              <a:off x="3145809" y="1712832"/>
              <a:ext cx="45712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514643E-7526-9089-1A28-B78493DC0C5E}"/>
                </a:ext>
              </a:extLst>
            </p:cNvPr>
            <p:cNvSpPr/>
            <p:nvPr/>
          </p:nvSpPr>
          <p:spPr>
            <a:xfrm>
              <a:off x="3762217" y="1653333"/>
              <a:ext cx="500449" cy="11899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5B08DF5-2ECA-FB6D-5417-BD4E5E7B54F4}"/>
                </a:ext>
              </a:extLst>
            </p:cNvPr>
            <p:cNvCxnSpPr>
              <a:cxnSpLocks/>
            </p:cNvCxnSpPr>
            <p:nvPr/>
          </p:nvCxnSpPr>
          <p:spPr>
            <a:xfrm>
              <a:off x="3239779" y="1811892"/>
              <a:ext cx="26918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05C99E9-6A43-4C2E-DDBE-D59CD5CC290B}"/>
                </a:ext>
              </a:extLst>
            </p:cNvPr>
            <p:cNvCxnSpPr>
              <a:cxnSpLocks/>
            </p:cNvCxnSpPr>
            <p:nvPr/>
          </p:nvCxnSpPr>
          <p:spPr>
            <a:xfrm>
              <a:off x="3239779" y="1882377"/>
              <a:ext cx="26918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22E98AF-7474-0A56-56C2-55FC9642B9D9}"/>
                </a:ext>
              </a:extLst>
            </p:cNvPr>
            <p:cNvCxnSpPr>
              <a:cxnSpLocks/>
            </p:cNvCxnSpPr>
            <p:nvPr/>
          </p:nvCxnSpPr>
          <p:spPr>
            <a:xfrm>
              <a:off x="3239779" y="1961265"/>
              <a:ext cx="26918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DFF95EF-1BEA-A7D6-2851-25BFF0F80D4A}"/>
                </a:ext>
              </a:extLst>
            </p:cNvPr>
            <p:cNvCxnSpPr>
              <a:cxnSpLocks/>
            </p:cNvCxnSpPr>
            <p:nvPr/>
          </p:nvCxnSpPr>
          <p:spPr>
            <a:xfrm>
              <a:off x="3444210" y="1429990"/>
              <a:ext cx="127586" cy="302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17D6487-0E33-BF92-4217-4B8BED34E85D}"/>
              </a:ext>
            </a:extLst>
          </p:cNvPr>
          <p:cNvGrpSpPr/>
          <p:nvPr/>
        </p:nvGrpSpPr>
        <p:grpSpPr>
          <a:xfrm>
            <a:off x="8726291" y="245205"/>
            <a:ext cx="573710" cy="787350"/>
            <a:chOff x="2722478" y="659311"/>
            <a:chExt cx="573710" cy="787350"/>
          </a:xfrm>
        </p:grpSpPr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D7271B59-813A-081A-0456-9DCE59794247}"/>
                </a:ext>
              </a:extLst>
            </p:cNvPr>
            <p:cNvSpPr/>
            <p:nvPr/>
          </p:nvSpPr>
          <p:spPr>
            <a:xfrm rot="16200000">
              <a:off x="2796932" y="947406"/>
              <a:ext cx="424801" cy="573710"/>
            </a:xfrm>
            <a:custGeom>
              <a:avLst/>
              <a:gdLst>
                <a:gd name="connsiteX0" fmla="*/ 0 w 642972"/>
                <a:gd name="connsiteY0" fmla="*/ 0 h 731978"/>
                <a:gd name="connsiteX1" fmla="*/ 125616 w 642972"/>
                <a:gd name="connsiteY1" fmla="*/ 7158 h 731978"/>
                <a:gd name="connsiteX2" fmla="*/ 642972 w 642972"/>
                <a:gd name="connsiteY2" fmla="*/ 365989 h 731978"/>
                <a:gd name="connsiteX3" fmla="*/ 125616 w 642972"/>
                <a:gd name="connsiteY3" fmla="*/ 724820 h 731978"/>
                <a:gd name="connsiteX4" fmla="*/ 0 w 642972"/>
                <a:gd name="connsiteY4" fmla="*/ 731978 h 731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972" h="731978">
                  <a:moveTo>
                    <a:pt x="0" y="0"/>
                  </a:moveTo>
                  <a:lnTo>
                    <a:pt x="125616" y="7158"/>
                  </a:lnTo>
                  <a:cubicBezTo>
                    <a:pt x="420871" y="41312"/>
                    <a:pt x="642972" y="188989"/>
                    <a:pt x="642972" y="365989"/>
                  </a:cubicBezTo>
                  <a:cubicBezTo>
                    <a:pt x="642972" y="542989"/>
                    <a:pt x="420871" y="690666"/>
                    <a:pt x="125616" y="724820"/>
                  </a:cubicBezTo>
                  <a:lnTo>
                    <a:pt x="0" y="731978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流程图: 接点 74">
              <a:extLst>
                <a:ext uri="{FF2B5EF4-FFF2-40B4-BE49-F238E27FC236}">
                  <a16:creationId xmlns:a16="http://schemas.microsoft.com/office/drawing/2014/main" id="{A92193F7-436B-4986-3DB6-D4C3BF8DD0D7}"/>
                </a:ext>
              </a:extLst>
            </p:cNvPr>
            <p:cNvSpPr/>
            <p:nvPr/>
          </p:nvSpPr>
          <p:spPr>
            <a:xfrm>
              <a:off x="2797792" y="659311"/>
              <a:ext cx="423080" cy="424800"/>
            </a:xfrm>
            <a:prstGeom prst="flowChartConnector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84772440-5664-F2BF-86EE-040AC1FA4052}"/>
              </a:ext>
            </a:extLst>
          </p:cNvPr>
          <p:cNvGrpSpPr/>
          <p:nvPr/>
        </p:nvGrpSpPr>
        <p:grpSpPr>
          <a:xfrm>
            <a:off x="5232737" y="123836"/>
            <a:ext cx="2875435" cy="1171365"/>
            <a:chOff x="8274126" y="306789"/>
            <a:chExt cx="2875435" cy="1171365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469F8CF4-1865-BC9C-78B1-7D970ED8788F}"/>
                </a:ext>
              </a:extLst>
            </p:cNvPr>
            <p:cNvGrpSpPr/>
            <p:nvPr/>
          </p:nvGrpSpPr>
          <p:grpSpPr>
            <a:xfrm>
              <a:off x="8274126" y="498006"/>
              <a:ext cx="2875435" cy="729279"/>
              <a:chOff x="1189938" y="2094693"/>
              <a:chExt cx="9381490" cy="729279"/>
            </a:xfrm>
          </p:grpSpPr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768BC17A-A0C7-BF95-257C-31FD42471F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9938" y="2094693"/>
                <a:ext cx="9381490" cy="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0CFF1662-787C-B5B7-D47C-A87337CD00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9938" y="2823970"/>
                <a:ext cx="9381490" cy="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E8BDBE40-5215-176E-BEFA-16C87772C6BE}"/>
                </a:ext>
              </a:extLst>
            </p:cNvPr>
            <p:cNvGrpSpPr/>
            <p:nvPr/>
          </p:nvGrpSpPr>
          <p:grpSpPr>
            <a:xfrm>
              <a:off x="8543654" y="312069"/>
              <a:ext cx="727127" cy="573043"/>
              <a:chOff x="2404918" y="772593"/>
              <a:chExt cx="727127" cy="573043"/>
            </a:xfrm>
          </p:grpSpPr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3FA6BED0-D473-9875-12A0-352292731DEA}"/>
                  </a:ext>
                </a:extLst>
              </p:cNvPr>
              <p:cNvSpPr/>
              <p:nvPr/>
            </p:nvSpPr>
            <p:spPr>
              <a:xfrm>
                <a:off x="2404918" y="772593"/>
                <a:ext cx="727127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99" name="对象 98">
                <a:extLst>
                  <a:ext uri="{FF2B5EF4-FFF2-40B4-BE49-F238E27FC236}">
                    <a16:creationId xmlns:a16="http://schemas.microsoft.com/office/drawing/2014/main" id="{B958B139-7033-D8A5-9885-F7A3DBAC79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2638004"/>
                  </p:ext>
                </p:extLst>
              </p:nvPr>
            </p:nvGraphicFramePr>
            <p:xfrm>
              <a:off x="2650427" y="887900"/>
              <a:ext cx="284163" cy="357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90440" imgH="228600" progId="Equation.DSMT4">
                      <p:embed/>
                    </p:oleObj>
                  </mc:Choice>
                  <mc:Fallback>
                    <p:oleObj name="Equation" r:id="rId7" imgW="190440" imgH="22860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74DFEB93-A733-CDD9-BD31-0E67EFD1621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650427" y="887900"/>
                            <a:ext cx="284163" cy="3571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93858DDC-7958-4F82-DA8C-159C0E4EC0BA}"/>
                </a:ext>
              </a:extLst>
            </p:cNvPr>
            <p:cNvGrpSpPr/>
            <p:nvPr/>
          </p:nvGrpSpPr>
          <p:grpSpPr>
            <a:xfrm>
              <a:off x="9377069" y="905111"/>
              <a:ext cx="587581" cy="573043"/>
              <a:chOff x="2393741" y="454855"/>
              <a:chExt cx="587581" cy="573043"/>
            </a:xfrm>
          </p:grpSpPr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668695BE-71E7-DA35-2010-5BE9DC20890D}"/>
                  </a:ext>
                </a:extLst>
              </p:cNvPr>
              <p:cNvSpPr/>
              <p:nvPr/>
            </p:nvSpPr>
            <p:spPr>
              <a:xfrm>
                <a:off x="2393741" y="454855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97" name="对象 96">
                <a:extLst>
                  <a:ext uri="{FF2B5EF4-FFF2-40B4-BE49-F238E27FC236}">
                    <a16:creationId xmlns:a16="http://schemas.microsoft.com/office/drawing/2014/main" id="{E7AC418F-7AA8-BAAC-A025-88EBECDFDE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8645428"/>
                  </p:ext>
                </p:extLst>
              </p:nvPr>
            </p:nvGraphicFramePr>
            <p:xfrm>
              <a:off x="2536085" y="558145"/>
              <a:ext cx="303213" cy="358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203040" imgH="228600" progId="Equation.DSMT4">
                      <p:embed/>
                    </p:oleObj>
                  </mc:Choice>
                  <mc:Fallback>
                    <p:oleObj name="Equation" r:id="rId9" imgW="203040" imgH="228600" progId="Equation.DSMT4">
                      <p:embed/>
                      <p:pic>
                        <p:nvPicPr>
                          <p:cNvPr id="31" name="对象 30">
                            <a:extLst>
                              <a:ext uri="{FF2B5EF4-FFF2-40B4-BE49-F238E27FC236}">
                                <a16:creationId xmlns:a16="http://schemas.microsoft.com/office/drawing/2014/main" id="{8011744F-6B10-6796-D6D0-5207786B2C6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536085" y="558145"/>
                            <a:ext cx="303213" cy="3587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2872242D-DF5C-8778-3565-B6570941F777}"/>
                </a:ext>
              </a:extLst>
            </p:cNvPr>
            <p:cNvGrpSpPr/>
            <p:nvPr/>
          </p:nvGrpSpPr>
          <p:grpSpPr>
            <a:xfrm>
              <a:off x="10199280" y="306789"/>
              <a:ext cx="587581" cy="1171365"/>
              <a:chOff x="2404918" y="772593"/>
              <a:chExt cx="587581" cy="1347316"/>
            </a:xfrm>
          </p:grpSpPr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B1660925-185A-2697-2B46-83C9171A9C5A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13473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95" name="对象 94">
                <a:extLst>
                  <a:ext uri="{FF2B5EF4-FFF2-40B4-BE49-F238E27FC236}">
                    <a16:creationId xmlns:a16="http://schemas.microsoft.com/office/drawing/2014/main" id="{5FE91778-E7AE-1744-4188-2B6702B9F41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2116363"/>
                  </p:ext>
                </p:extLst>
              </p:nvPr>
            </p:nvGraphicFramePr>
            <p:xfrm>
              <a:off x="2557420" y="1311346"/>
              <a:ext cx="282575" cy="358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90440" imgH="228600" progId="Equation.DSMT4">
                      <p:embed/>
                    </p:oleObj>
                  </mc:Choice>
                  <mc:Fallback>
                    <p:oleObj name="Equation" r:id="rId11" imgW="190440" imgH="228600" progId="Equation.DSMT4">
                      <p:embed/>
                      <p:pic>
                        <p:nvPicPr>
                          <p:cNvPr id="37" name="对象 36">
                            <a:extLst>
                              <a:ext uri="{FF2B5EF4-FFF2-40B4-BE49-F238E27FC236}">
                                <a16:creationId xmlns:a16="http://schemas.microsoft.com/office/drawing/2014/main" id="{A0888F86-8394-E2FC-D1F5-E9A046A4E7F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57420" y="1311346"/>
                            <a:ext cx="282575" cy="3587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BA7A3B7D-D808-7C70-54B5-58A2344D5170}"/>
              </a:ext>
            </a:extLst>
          </p:cNvPr>
          <p:cNvGrpSpPr/>
          <p:nvPr/>
        </p:nvGrpSpPr>
        <p:grpSpPr>
          <a:xfrm>
            <a:off x="4643101" y="2481362"/>
            <a:ext cx="7607435" cy="4284158"/>
            <a:chOff x="2191434" y="1214697"/>
            <a:chExt cx="7607435" cy="4284158"/>
          </a:xfrm>
        </p:grpSpPr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4AB4A423-AEC7-E77F-70FD-5105D88DA62C}"/>
                </a:ext>
              </a:extLst>
            </p:cNvPr>
            <p:cNvSpPr/>
            <p:nvPr/>
          </p:nvSpPr>
          <p:spPr>
            <a:xfrm>
              <a:off x="7356452" y="1214698"/>
              <a:ext cx="1351298" cy="31699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330B18E3-728E-AAAD-CAAD-66D7A0E3E7A0}"/>
                </a:ext>
              </a:extLst>
            </p:cNvPr>
            <p:cNvSpPr/>
            <p:nvPr/>
          </p:nvSpPr>
          <p:spPr>
            <a:xfrm>
              <a:off x="4585185" y="1214697"/>
              <a:ext cx="2517071" cy="316991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AA808CBE-42FD-318F-DCEA-88B919A81CD2}"/>
                </a:ext>
              </a:extLst>
            </p:cNvPr>
            <p:cNvSpPr/>
            <p:nvPr/>
          </p:nvSpPr>
          <p:spPr>
            <a:xfrm>
              <a:off x="2962930" y="1214697"/>
              <a:ext cx="1351298" cy="31699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A162C1B-15E8-2D9F-1161-0B29595DD87D}"/>
                </a:ext>
              </a:extLst>
            </p:cNvPr>
            <p:cNvSpPr txBox="1"/>
            <p:nvPr/>
          </p:nvSpPr>
          <p:spPr>
            <a:xfrm>
              <a:off x="7708936" y="445527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测量</a:t>
              </a: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D4E50435-88ED-6A20-ACA7-BE049066D117}"/>
                </a:ext>
              </a:extLst>
            </p:cNvPr>
            <p:cNvSpPr txBox="1"/>
            <p:nvPr/>
          </p:nvSpPr>
          <p:spPr>
            <a:xfrm>
              <a:off x="5289722" y="4455272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同态拟设</a:t>
              </a: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5FF0B251-9B57-1B11-D7C9-D0658104E451}"/>
                </a:ext>
              </a:extLst>
            </p:cNvPr>
            <p:cNvSpPr txBox="1"/>
            <p:nvPr/>
          </p:nvSpPr>
          <p:spPr>
            <a:xfrm>
              <a:off x="3199998" y="4455272"/>
              <a:ext cx="877163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编码器</a:t>
              </a:r>
            </a:p>
          </p:txBody>
        </p: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DC7912B0-A6D6-6087-5D3B-7DBFDF0AA889}"/>
                </a:ext>
              </a:extLst>
            </p:cNvPr>
            <p:cNvGrpSpPr/>
            <p:nvPr/>
          </p:nvGrpSpPr>
          <p:grpSpPr>
            <a:xfrm>
              <a:off x="2770321" y="1606292"/>
              <a:ext cx="4663431" cy="2173188"/>
              <a:chOff x="1742799" y="1417756"/>
              <a:chExt cx="5166000" cy="2173188"/>
            </a:xfrm>
          </p:grpSpPr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B3389749-8CDF-B99F-AA42-16AD3DEB4A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1417756"/>
                <a:ext cx="516600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580F6539-17EF-4D01-8F23-A95A48BBE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2515930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0565BF2D-9C43-50D8-D4A6-50F3B146CD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3590944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EAFD22CC-843F-E6D5-1A06-B974A7C22B81}"/>
                </a:ext>
              </a:extLst>
            </p:cNvPr>
            <p:cNvGrpSpPr/>
            <p:nvPr/>
          </p:nvGrpSpPr>
          <p:grpSpPr>
            <a:xfrm>
              <a:off x="7762862" y="1493958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C0EC8E04-FD21-4653-BA68-802DCD76BC51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弧形 136">
                <a:extLst>
                  <a:ext uri="{FF2B5EF4-FFF2-40B4-BE49-F238E27FC236}">
                    <a16:creationId xmlns:a16="http://schemas.microsoft.com/office/drawing/2014/main" id="{59F11ACF-99F9-3944-3A95-EA05D3B7D5B2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8" name="直接箭头连接符 137">
                <a:extLst>
                  <a:ext uri="{FF2B5EF4-FFF2-40B4-BE49-F238E27FC236}">
                    <a16:creationId xmlns:a16="http://schemas.microsoft.com/office/drawing/2014/main" id="{A8E25BE8-B44D-F196-4E9F-1E9E3DA0D2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F88A2294-16FF-364C-9113-3CF06299E620}"/>
                </a:ext>
              </a:extLst>
            </p:cNvPr>
            <p:cNvGrpSpPr/>
            <p:nvPr/>
          </p:nvGrpSpPr>
          <p:grpSpPr>
            <a:xfrm>
              <a:off x="7762862" y="2528677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8BB7B8AD-7C6D-9EEA-98CF-E5DCD41E5C55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弧形 133">
                <a:extLst>
                  <a:ext uri="{FF2B5EF4-FFF2-40B4-BE49-F238E27FC236}">
                    <a16:creationId xmlns:a16="http://schemas.microsoft.com/office/drawing/2014/main" id="{578B4218-97FE-028A-A8DB-6A5803E16CE1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5EAB6EE8-D582-5055-F4E6-022C47DFFE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40EFE741-9171-E8FB-8276-4A7F97F2E30E}"/>
                </a:ext>
              </a:extLst>
            </p:cNvPr>
            <p:cNvGrpSpPr/>
            <p:nvPr/>
          </p:nvGrpSpPr>
          <p:grpSpPr>
            <a:xfrm>
              <a:off x="7762862" y="3563396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E816CBF1-05B3-4A83-F1CA-52F10C5B7819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弧形 130">
                <a:extLst>
                  <a:ext uri="{FF2B5EF4-FFF2-40B4-BE49-F238E27FC236}">
                    <a16:creationId xmlns:a16="http://schemas.microsoft.com/office/drawing/2014/main" id="{7C9C15B4-FCB0-CE49-CD81-7964511676A6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BF6E067C-32AD-6920-D0A3-58138A5C64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2E5D91FB-F674-84B3-A582-9FF0BB20699D}"/>
                    </a:ext>
                  </a:extLst>
                </p:cNvPr>
                <p:cNvSpPr/>
                <p:nvPr/>
              </p:nvSpPr>
              <p:spPr>
                <a:xfrm>
                  <a:off x="3250468" y="1381435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C384A5EE-A775-DCFB-C6EE-E3D3AEBD65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1381435"/>
                  <a:ext cx="727127" cy="573043"/>
                </a:xfrm>
                <a:prstGeom prst="rect">
                  <a:avLst/>
                </a:prstGeom>
                <a:blipFill>
                  <a:blip r:embed="rId13"/>
                  <a:stretch>
                    <a:fillRect l="-163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C6AE10C1-D4EE-088F-00E4-0D9FC32EC9F7}"/>
                    </a:ext>
                  </a:extLst>
                </p:cNvPr>
                <p:cNvSpPr/>
                <p:nvPr/>
              </p:nvSpPr>
              <p:spPr>
                <a:xfrm>
                  <a:off x="3250468" y="3474561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057320C6-8A04-01A9-3C52-64A8286A5B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3474561"/>
                  <a:ext cx="727127" cy="573043"/>
                </a:xfrm>
                <a:prstGeom prst="rect">
                  <a:avLst/>
                </a:prstGeom>
                <a:blipFill>
                  <a:blip r:embed="rId14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矩形 115">
                  <a:extLst>
                    <a:ext uri="{FF2B5EF4-FFF2-40B4-BE49-F238E27FC236}">
                      <a16:creationId xmlns:a16="http://schemas.microsoft.com/office/drawing/2014/main" id="{4EFF95BC-48C4-6126-CD1E-1FB007990030}"/>
                    </a:ext>
                  </a:extLst>
                </p:cNvPr>
                <p:cNvSpPr/>
                <p:nvPr/>
              </p:nvSpPr>
              <p:spPr>
                <a:xfrm>
                  <a:off x="3250468" y="2427998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F12AAB28-C23D-C9DD-1ABE-E098EBEB14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2427998"/>
                  <a:ext cx="727127" cy="573043"/>
                </a:xfrm>
                <a:prstGeom prst="rect">
                  <a:avLst/>
                </a:prstGeom>
                <a:blipFill>
                  <a:blip r:embed="rId15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40D02B65-A0E4-13E3-94A8-34927BB7AB86}"/>
                    </a:ext>
                  </a:extLst>
                </p:cNvPr>
                <p:cNvSpPr/>
                <p:nvPr/>
              </p:nvSpPr>
              <p:spPr>
                <a:xfrm>
                  <a:off x="4902191" y="1342395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4308E94C-D63A-9353-D670-ADBA822686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91" y="1342395"/>
                  <a:ext cx="727889" cy="663286"/>
                </a:xfrm>
                <a:prstGeom prst="rect">
                  <a:avLst/>
                </a:prstGeom>
                <a:blipFill>
                  <a:blip r:embed="rId16"/>
                  <a:stretch>
                    <a:fillRect l="-813" r="-5691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7CEBEE4F-BCB2-C66F-DCCB-28CE196168DA}"/>
                    </a:ext>
                  </a:extLst>
                </p:cNvPr>
                <p:cNvSpPr/>
                <p:nvPr/>
              </p:nvSpPr>
              <p:spPr>
                <a:xfrm>
                  <a:off x="5998975" y="2429005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5BD8318F-991F-C632-1128-8E30507C9E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975" y="2429005"/>
                  <a:ext cx="727889" cy="1618599"/>
                </a:xfrm>
                <a:prstGeom prst="rect">
                  <a:avLst/>
                </a:prstGeom>
                <a:blipFill>
                  <a:blip r:embed="rId17"/>
                  <a:stretch>
                    <a:fillRect l="-820" r="-7377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A0F77A3D-8E81-A379-C9FB-BCB20F89FC4A}"/>
                </a:ext>
              </a:extLst>
            </p:cNvPr>
            <p:cNvSpPr txBox="1"/>
            <p:nvPr/>
          </p:nvSpPr>
          <p:spPr>
            <a:xfrm>
              <a:off x="9152538" y="123071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标签</a:t>
              </a: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9F4BC06A-7F97-9261-65E3-8D7995F852A6}"/>
                </a:ext>
              </a:extLst>
            </p:cNvPr>
            <p:cNvSpPr txBox="1"/>
            <p:nvPr/>
          </p:nvSpPr>
          <p:spPr>
            <a:xfrm>
              <a:off x="9152538" y="262137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预测</a:t>
              </a: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C4FCA91F-5CE2-9600-3F02-AFF983650473}"/>
                </a:ext>
              </a:extLst>
            </p:cNvPr>
            <p:cNvCxnSpPr>
              <a:stCxn id="119" idx="2"/>
              <a:endCxn id="120" idx="0"/>
            </p:cNvCxnSpPr>
            <p:nvPr/>
          </p:nvCxnSpPr>
          <p:spPr>
            <a:xfrm>
              <a:off x="9475704" y="1600047"/>
              <a:ext cx="0" cy="10213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连接符: 肘形 121">
              <a:extLst>
                <a:ext uri="{FF2B5EF4-FFF2-40B4-BE49-F238E27FC236}">
                  <a16:creationId xmlns:a16="http://schemas.microsoft.com/office/drawing/2014/main" id="{5094560D-1FF9-8FBB-8875-E3C4979FE863}"/>
                </a:ext>
              </a:extLst>
            </p:cNvPr>
            <p:cNvCxnSpPr>
              <a:stCxn id="120" idx="2"/>
              <a:endCxn id="108" idx="2"/>
            </p:cNvCxnSpPr>
            <p:nvPr/>
          </p:nvCxnSpPr>
          <p:spPr>
            <a:xfrm rot="5400000">
              <a:off x="6742765" y="2091664"/>
              <a:ext cx="1833895" cy="3631984"/>
            </a:xfrm>
            <a:prstGeom prst="bentConnector3">
              <a:avLst>
                <a:gd name="adj1" fmla="val 127423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7E73F327-5D60-838E-1F0E-0CCFF45A0644}"/>
                </a:ext>
              </a:extLst>
            </p:cNvPr>
            <p:cNvCxnSpPr>
              <a:cxnSpLocks/>
              <a:stCxn id="104" idx="3"/>
              <a:endCxn id="120" idx="1"/>
            </p:cNvCxnSpPr>
            <p:nvPr/>
          </p:nvCxnSpPr>
          <p:spPr>
            <a:xfrm>
              <a:off x="8707750" y="2799656"/>
              <a:ext cx="444788" cy="63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B76F6853-5A6F-63E2-4194-C58BCD54F22A}"/>
                </a:ext>
              </a:extLst>
            </p:cNvPr>
            <p:cNvSpPr txBox="1"/>
            <p:nvPr/>
          </p:nvSpPr>
          <p:spPr>
            <a:xfrm>
              <a:off x="4775891" y="4898733"/>
              <a:ext cx="11079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/>
                <a:t>更新参数</a:t>
              </a: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123C7E74-09BE-96A3-3F0B-45F395D6A6BC}"/>
                </a:ext>
              </a:extLst>
            </p:cNvPr>
            <p:cNvSpPr txBox="1"/>
            <p:nvPr/>
          </p:nvSpPr>
          <p:spPr>
            <a:xfrm>
              <a:off x="6837978" y="5129523"/>
              <a:ext cx="156966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计算损失函数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5B05332C-75BC-BC57-AD4C-E5C66219976D}"/>
                    </a:ext>
                  </a:extLst>
                </p:cNvPr>
                <p:cNvSpPr txBox="1"/>
                <p:nvPr/>
              </p:nvSpPr>
              <p:spPr>
                <a:xfrm>
                  <a:off x="2191434" y="2486023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07E7E52-D661-F597-6A0C-B1A63B8AD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2486023"/>
                  <a:ext cx="543358" cy="338554"/>
                </a:xfrm>
                <a:prstGeom prst="rect">
                  <a:avLst/>
                </a:prstGeom>
                <a:blipFill>
                  <a:blip r:embed="rId18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73E620AD-2AE2-F311-A24E-3BAE20B5C38B}"/>
                    </a:ext>
                  </a:extLst>
                </p:cNvPr>
                <p:cNvSpPr txBox="1"/>
                <p:nvPr/>
              </p:nvSpPr>
              <p:spPr>
                <a:xfrm>
                  <a:off x="2191434" y="1414238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0FFF9B0-F375-3325-F6FB-F52DC0775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1414238"/>
                  <a:ext cx="543358" cy="338554"/>
                </a:xfrm>
                <a:prstGeom prst="rect">
                  <a:avLst/>
                </a:prstGeom>
                <a:blipFill>
                  <a:blip r:embed="rId19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871E73-07E1-CC14-81C3-47AFED635EBE}"/>
                    </a:ext>
                  </a:extLst>
                </p:cNvPr>
                <p:cNvSpPr txBox="1"/>
                <p:nvPr/>
              </p:nvSpPr>
              <p:spPr>
                <a:xfrm>
                  <a:off x="2191434" y="3557807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EEBBD5B-3B1B-E93F-F3A1-622EFBC66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3557807"/>
                  <a:ext cx="543358" cy="338554"/>
                </a:xfrm>
                <a:prstGeom prst="rect">
                  <a:avLst/>
                </a:prstGeom>
                <a:blipFill>
                  <a:blip r:embed="rId20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矩形 128">
                  <a:extLst>
                    <a:ext uri="{FF2B5EF4-FFF2-40B4-BE49-F238E27FC236}">
                      <a16:creationId xmlns:a16="http://schemas.microsoft.com/office/drawing/2014/main" id="{2991FFE1-92B0-3394-C16A-BC55E87EDBD0}"/>
                    </a:ext>
                  </a:extLst>
                </p:cNvPr>
                <p:cNvSpPr/>
                <p:nvPr/>
              </p:nvSpPr>
              <p:spPr>
                <a:xfrm>
                  <a:off x="4902191" y="2427998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A471987-4C73-4745-914D-886B089180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91" y="2427998"/>
                  <a:ext cx="727889" cy="663286"/>
                </a:xfrm>
                <a:prstGeom prst="rect">
                  <a:avLst/>
                </a:prstGeom>
                <a:blipFill>
                  <a:blip r:embed="rId21"/>
                  <a:stretch>
                    <a:fillRect l="-813" r="-6504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4045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75B8539-AFC6-9AB5-2861-8844BB34CC8C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F46E215-EAE8-F38A-38C1-347F3746FDF8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93ABC3-211C-74F6-8A80-0C7686009435}"/>
              </a:ext>
            </a:extLst>
          </p:cNvPr>
          <p:cNvGrpSpPr/>
          <p:nvPr/>
        </p:nvGrpSpPr>
        <p:grpSpPr>
          <a:xfrm>
            <a:off x="48460" y="66698"/>
            <a:ext cx="8722789" cy="4771116"/>
            <a:chOff x="1457130" y="1005812"/>
            <a:chExt cx="8722789" cy="4771116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FBED67B9-72EE-6E1D-E3DC-2B6F1C6660BB}"/>
                </a:ext>
              </a:extLst>
            </p:cNvPr>
            <p:cNvSpPr/>
            <p:nvPr/>
          </p:nvSpPr>
          <p:spPr>
            <a:xfrm>
              <a:off x="9160532" y="1005812"/>
              <a:ext cx="1019387" cy="43009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3174055A-EBFA-9283-635C-7D07C0914B06}"/>
                </a:ext>
              </a:extLst>
            </p:cNvPr>
            <p:cNvSpPr/>
            <p:nvPr/>
          </p:nvSpPr>
          <p:spPr>
            <a:xfrm>
              <a:off x="2146028" y="1005812"/>
              <a:ext cx="1351298" cy="43009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3BBB1543-DB44-1161-3FE5-393BB17A7149}"/>
                </a:ext>
              </a:extLst>
            </p:cNvPr>
            <p:cNvSpPr/>
            <p:nvPr/>
          </p:nvSpPr>
          <p:spPr>
            <a:xfrm>
              <a:off x="5067618" y="1005812"/>
              <a:ext cx="2517071" cy="430090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29CD19E2-CD4A-D1B0-0B97-D310725F28B7}"/>
                </a:ext>
              </a:extLst>
            </p:cNvPr>
            <p:cNvSpPr/>
            <p:nvPr/>
          </p:nvSpPr>
          <p:spPr>
            <a:xfrm>
              <a:off x="3606823" y="1005812"/>
              <a:ext cx="1351298" cy="430090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3CB898C-9FFD-BDAA-D5D2-4B44470576DF}"/>
                </a:ext>
              </a:extLst>
            </p:cNvPr>
            <p:cNvSpPr/>
            <p:nvPr/>
          </p:nvSpPr>
          <p:spPr>
            <a:xfrm>
              <a:off x="7675697" y="1005812"/>
              <a:ext cx="1351298" cy="430090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02EC4127-74E9-EF25-F57C-A666C86BCF0F}"/>
                </a:ext>
              </a:extLst>
            </p:cNvPr>
            <p:cNvGrpSpPr/>
            <p:nvPr/>
          </p:nvGrpSpPr>
          <p:grpSpPr>
            <a:xfrm>
              <a:off x="1966705" y="1476567"/>
              <a:ext cx="7322935" cy="3225289"/>
              <a:chOff x="740332" y="1336718"/>
              <a:chExt cx="9232007" cy="3225289"/>
            </a:xfrm>
          </p:grpSpPr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DF283702-724F-7CA1-7104-0042AF4C22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332" y="1336718"/>
                <a:ext cx="9232007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6D0CEF3F-0E03-5B4C-2777-AAD598EF9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332" y="2427254"/>
                <a:ext cx="923200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FDD15435-595D-8B30-BABA-AC2D284470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332" y="3494630"/>
                <a:ext cx="923200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BC61F068-AF20-6515-72FA-5697133713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332" y="4562007"/>
                <a:ext cx="923200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07E7E52-D661-F597-6A0C-B1A63B8AD10B}"/>
                    </a:ext>
                  </a:extLst>
                </p:cNvPr>
                <p:cNvSpPr txBox="1"/>
                <p:nvPr/>
              </p:nvSpPr>
              <p:spPr>
                <a:xfrm>
                  <a:off x="1457130" y="2342840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07E7E52-D661-F597-6A0C-B1A63B8AD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130" y="2342840"/>
                  <a:ext cx="543358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0FFF9B0-F375-3325-F6FB-F52DC0775A5D}"/>
                    </a:ext>
                  </a:extLst>
                </p:cNvPr>
                <p:cNvSpPr txBox="1"/>
                <p:nvPr/>
              </p:nvSpPr>
              <p:spPr>
                <a:xfrm>
                  <a:off x="1457130" y="1290190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0FFF9B0-F375-3325-F6FB-F52DC0775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130" y="1290190"/>
                  <a:ext cx="543358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EEBBD5B-3B1B-E93F-F3A1-622EFBC661EB}"/>
                    </a:ext>
                  </a:extLst>
                </p:cNvPr>
                <p:cNvSpPr txBox="1"/>
                <p:nvPr/>
              </p:nvSpPr>
              <p:spPr>
                <a:xfrm>
                  <a:off x="1457130" y="3395490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EEBBD5B-3B1B-E93F-F3A1-622EFBC66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130" y="3395490"/>
                  <a:ext cx="543358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0CD6F03-0C93-3FE9-4183-F6F433DF42DE}"/>
                </a:ext>
              </a:extLst>
            </p:cNvPr>
            <p:cNvSpPr txBox="1"/>
            <p:nvPr/>
          </p:nvSpPr>
          <p:spPr>
            <a:xfrm>
              <a:off x="9347060" y="540759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测量</a:t>
              </a: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A2D8FDAB-6685-1E64-7896-B4C7B367F04A}"/>
                </a:ext>
              </a:extLst>
            </p:cNvPr>
            <p:cNvGrpSpPr/>
            <p:nvPr/>
          </p:nvGrpSpPr>
          <p:grpSpPr>
            <a:xfrm>
              <a:off x="9347837" y="3370153"/>
              <a:ext cx="644776" cy="558344"/>
              <a:chOff x="8304919" y="5345670"/>
              <a:chExt cx="985949" cy="768734"/>
            </a:xfrm>
            <a:noFill/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B28AA08-AC6F-A74B-19C8-3960043E5F48}"/>
                  </a:ext>
                </a:extLst>
              </p:cNvPr>
              <p:cNvSpPr/>
              <p:nvPr/>
            </p:nvSpPr>
            <p:spPr>
              <a:xfrm>
                <a:off x="8304919" y="5345670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弧形 65">
                <a:extLst>
                  <a:ext uri="{FF2B5EF4-FFF2-40B4-BE49-F238E27FC236}">
                    <a16:creationId xmlns:a16="http://schemas.microsoft.com/office/drawing/2014/main" id="{ACADC51B-137D-B5B3-B266-3A269C1888A5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4367B3F0-9250-E0DA-943D-665B6970E6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4641491-9FA4-25E1-3DCE-9A8447B2F295}"/>
                </a:ext>
              </a:extLst>
            </p:cNvPr>
            <p:cNvGrpSpPr/>
            <p:nvPr/>
          </p:nvGrpSpPr>
          <p:grpSpPr>
            <a:xfrm>
              <a:off x="9347837" y="4487237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B56EF25-C089-F41D-1D6D-5413A627187A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弧形 8">
                <a:extLst>
                  <a:ext uri="{FF2B5EF4-FFF2-40B4-BE49-F238E27FC236}">
                    <a16:creationId xmlns:a16="http://schemas.microsoft.com/office/drawing/2014/main" id="{6403B4BE-7C87-B932-EC64-2102138F8608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1E5957EE-4958-E38E-4EF5-8DA8A7AFF2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3EF9784-6802-C4A9-424C-C61BDA62E8FC}"/>
                    </a:ext>
                  </a:extLst>
                </p:cNvPr>
                <p:cNvSpPr txBox="1"/>
                <p:nvPr/>
              </p:nvSpPr>
              <p:spPr>
                <a:xfrm>
                  <a:off x="1457130" y="4448139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3EF9784-6802-C4A9-424C-C61BDA62E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130" y="4448139"/>
                  <a:ext cx="543358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7D144E5-F0B6-4191-E028-FCFB8313F1EA}"/>
                </a:ext>
              </a:extLst>
            </p:cNvPr>
            <p:cNvSpPr txBox="1"/>
            <p:nvPr/>
          </p:nvSpPr>
          <p:spPr>
            <a:xfrm>
              <a:off x="2383096" y="5407596"/>
              <a:ext cx="877163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编码器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C384A5EE-A775-DCFB-C6EE-E3D3AEBD653A}"/>
                    </a:ext>
                  </a:extLst>
                </p:cNvPr>
                <p:cNvSpPr/>
                <p:nvPr/>
              </p:nvSpPr>
              <p:spPr>
                <a:xfrm>
                  <a:off x="2433566" y="1172550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C384A5EE-A775-DCFB-C6EE-E3D3AEBD65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3566" y="1172550"/>
                  <a:ext cx="727127" cy="573043"/>
                </a:xfrm>
                <a:prstGeom prst="rect">
                  <a:avLst/>
                </a:prstGeom>
                <a:blipFill>
                  <a:blip r:embed="rId7"/>
                  <a:stretch>
                    <a:fillRect l="-163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057320C6-8A04-01A9-3C52-64A8286A5B71}"/>
                    </a:ext>
                  </a:extLst>
                </p:cNvPr>
                <p:cNvSpPr/>
                <p:nvPr/>
              </p:nvSpPr>
              <p:spPr>
                <a:xfrm>
                  <a:off x="2433566" y="3265676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057320C6-8A04-01A9-3C52-64A8286A5B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3566" y="3265676"/>
                  <a:ext cx="727127" cy="573043"/>
                </a:xfrm>
                <a:prstGeom prst="rect">
                  <a:avLst/>
                </a:prstGeom>
                <a:blipFill>
                  <a:blip r:embed="rId8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F12AAB28-C23D-C9DD-1ABE-E098EBEB1427}"/>
                    </a:ext>
                  </a:extLst>
                </p:cNvPr>
                <p:cNvSpPr/>
                <p:nvPr/>
              </p:nvSpPr>
              <p:spPr>
                <a:xfrm>
                  <a:off x="2433566" y="2219113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F12AAB28-C23D-C9DD-1ABE-E098EBEB14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3566" y="2219113"/>
                  <a:ext cx="727127" cy="573043"/>
                </a:xfrm>
                <a:prstGeom prst="rect">
                  <a:avLst/>
                </a:prstGeom>
                <a:blipFill>
                  <a:blip r:embed="rId9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E6E6A9A-0407-1229-5869-7ACF763C0048}"/>
                    </a:ext>
                  </a:extLst>
                </p:cNvPr>
                <p:cNvSpPr/>
                <p:nvPr/>
              </p:nvSpPr>
              <p:spPr>
                <a:xfrm>
                  <a:off x="2452909" y="4351406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E6E6A9A-0407-1229-5869-7ACF763C00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2909" y="4351406"/>
                  <a:ext cx="727127" cy="573043"/>
                </a:xfrm>
                <a:prstGeom prst="rect">
                  <a:avLst/>
                </a:prstGeom>
                <a:blipFill>
                  <a:blip r:embed="rId10"/>
                  <a:stretch>
                    <a:fillRect l="-1626" r="-731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B790B83-D877-6FAB-202F-A788BE352380}"/>
                </a:ext>
              </a:extLst>
            </p:cNvPr>
            <p:cNvSpPr txBox="1"/>
            <p:nvPr/>
          </p:nvSpPr>
          <p:spPr>
            <a:xfrm>
              <a:off x="5772155" y="540759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同态拟设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4308E94C-D63A-9353-D670-ADBA8226869E}"/>
                    </a:ext>
                  </a:extLst>
                </p:cNvPr>
                <p:cNvSpPr/>
                <p:nvPr/>
              </p:nvSpPr>
              <p:spPr>
                <a:xfrm>
                  <a:off x="5348290" y="1133510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4308E94C-D63A-9353-D670-ADBA822686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8290" y="1133510"/>
                  <a:ext cx="727889" cy="663286"/>
                </a:xfrm>
                <a:prstGeom prst="rect">
                  <a:avLst/>
                </a:prstGeom>
                <a:blipFill>
                  <a:blip r:embed="rId11"/>
                  <a:stretch>
                    <a:fillRect l="-813" r="-5691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5BD8318F-991F-C632-1128-8E30507C9EAF}"/>
                    </a:ext>
                  </a:extLst>
                </p:cNvPr>
                <p:cNvSpPr/>
                <p:nvPr/>
              </p:nvSpPr>
              <p:spPr>
                <a:xfrm>
                  <a:off x="5368099" y="2382566"/>
                  <a:ext cx="727889" cy="145615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5BD8318F-991F-C632-1128-8E30507C9E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8099" y="2382566"/>
                  <a:ext cx="727889" cy="1456153"/>
                </a:xfrm>
                <a:prstGeom prst="rect">
                  <a:avLst/>
                </a:prstGeom>
                <a:blipFill>
                  <a:blip r:embed="rId12"/>
                  <a:stretch>
                    <a:fillRect l="-1639" r="-6557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34A0F415-AB44-27D5-D9E6-7E818E04470A}"/>
                    </a:ext>
                  </a:extLst>
                </p:cNvPr>
                <p:cNvSpPr/>
                <p:nvPr/>
              </p:nvSpPr>
              <p:spPr>
                <a:xfrm>
                  <a:off x="6459854" y="3420422"/>
                  <a:ext cx="727889" cy="145615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34A0F415-AB44-27D5-D9E6-7E818E0447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9854" y="3420422"/>
                  <a:ext cx="727889" cy="1456153"/>
                </a:xfrm>
                <a:prstGeom prst="rect">
                  <a:avLst/>
                </a:prstGeom>
                <a:blipFill>
                  <a:blip r:embed="rId13"/>
                  <a:stretch>
                    <a:fillRect l="-1639" r="-6557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67B4B5E1-D677-2E21-D6B0-4B2EE8DAA734}"/>
                    </a:ext>
                  </a:extLst>
                </p:cNvPr>
                <p:cNvSpPr/>
                <p:nvPr/>
              </p:nvSpPr>
              <p:spPr>
                <a:xfrm>
                  <a:off x="3723174" y="1172517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67B4B5E1-D677-2E21-D6B0-4B2EE8DAA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174" y="1172517"/>
                  <a:ext cx="503644" cy="57307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DB46AE7A-E43D-4F6B-6381-7C993CB4864C}"/>
                    </a:ext>
                  </a:extLst>
                </p:cNvPr>
                <p:cNvSpPr/>
                <p:nvPr/>
              </p:nvSpPr>
              <p:spPr>
                <a:xfrm>
                  <a:off x="4381519" y="1172517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DB46AE7A-E43D-4F6B-6381-7C993CB486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519" y="1172517"/>
                  <a:ext cx="503644" cy="57307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C28CE09D-9A66-4909-C586-E2BCC72CB486}"/>
                    </a:ext>
                  </a:extLst>
                </p:cNvPr>
                <p:cNvSpPr/>
                <p:nvPr/>
              </p:nvSpPr>
              <p:spPr>
                <a:xfrm>
                  <a:off x="3723174" y="2219113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C28CE09D-9A66-4909-C586-E2BCC72CB4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174" y="2219113"/>
                  <a:ext cx="503644" cy="57307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5E9AA3C3-673A-E8ED-423C-DF1D9F0890E0}"/>
                    </a:ext>
                  </a:extLst>
                </p:cNvPr>
                <p:cNvSpPr/>
                <p:nvPr/>
              </p:nvSpPr>
              <p:spPr>
                <a:xfrm>
                  <a:off x="3723174" y="3265676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5E9AA3C3-673A-E8ED-423C-DF1D9F0890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174" y="3265676"/>
                  <a:ext cx="503644" cy="57307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F15ECB03-CD0B-7A1E-16DE-41C8EA83A323}"/>
                    </a:ext>
                  </a:extLst>
                </p:cNvPr>
                <p:cNvSpPr/>
                <p:nvPr/>
              </p:nvSpPr>
              <p:spPr>
                <a:xfrm>
                  <a:off x="7823781" y="1175791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F15ECB03-CD0B-7A1E-16DE-41C8EA83A3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3781" y="1175791"/>
                  <a:ext cx="503644" cy="57307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045F7F7F-9DED-B2F8-B08E-950D833E6990}"/>
                    </a:ext>
                  </a:extLst>
                </p:cNvPr>
                <p:cNvSpPr/>
                <p:nvPr/>
              </p:nvSpPr>
              <p:spPr>
                <a:xfrm>
                  <a:off x="8482126" y="1175791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045F7F7F-9DED-B2F8-B08E-950D833E69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2126" y="1175791"/>
                  <a:ext cx="503644" cy="57307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9F472DCD-1209-E799-E7CC-D65ADC6895EB}"/>
                    </a:ext>
                  </a:extLst>
                </p:cNvPr>
                <p:cNvSpPr/>
                <p:nvPr/>
              </p:nvSpPr>
              <p:spPr>
                <a:xfrm>
                  <a:off x="7823781" y="2222387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9F472DCD-1209-E799-E7CC-D65ADC6895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3781" y="2222387"/>
                  <a:ext cx="503644" cy="57307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D32B8F49-2096-3BED-63AF-EC7D91CA0272}"/>
                    </a:ext>
                  </a:extLst>
                </p:cNvPr>
                <p:cNvSpPr/>
                <p:nvPr/>
              </p:nvSpPr>
              <p:spPr>
                <a:xfrm>
                  <a:off x="7823781" y="3268950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D32B8F49-2096-3BED-63AF-EC7D91CA02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3781" y="3268950"/>
                  <a:ext cx="503644" cy="57307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58369769-0094-3B21-1298-F512BB924731}"/>
                    </a:ext>
                  </a:extLst>
                </p:cNvPr>
                <p:cNvSpPr/>
                <p:nvPr/>
              </p:nvSpPr>
              <p:spPr>
                <a:xfrm>
                  <a:off x="7823781" y="4309764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58369769-0094-3B21-1298-F512BB9247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3781" y="4309764"/>
                  <a:ext cx="503644" cy="57307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190BDA9E-5EF2-9E74-CD0D-3DE99D7BB700}"/>
                    </a:ext>
                  </a:extLst>
                </p:cNvPr>
                <p:cNvSpPr/>
                <p:nvPr/>
              </p:nvSpPr>
              <p:spPr>
                <a:xfrm>
                  <a:off x="8473226" y="4309764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190BDA9E-5EF2-9E74-CD0D-3DE99D7BB7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3226" y="4309764"/>
                  <a:ext cx="503644" cy="573076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CB3035E-EF52-E691-F4FA-D608DD196523}"/>
                </a:ext>
              </a:extLst>
            </p:cNvPr>
            <p:cNvSpPr txBox="1"/>
            <p:nvPr/>
          </p:nvSpPr>
          <p:spPr>
            <a:xfrm>
              <a:off x="3959307" y="5407596"/>
              <a:ext cx="646331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加密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6CC0F09-EB5B-1FBB-4409-436A806BD5A8}"/>
                </a:ext>
              </a:extLst>
            </p:cNvPr>
            <p:cNvSpPr txBox="1"/>
            <p:nvPr/>
          </p:nvSpPr>
          <p:spPr>
            <a:xfrm>
              <a:off x="8028181" y="5407596"/>
              <a:ext cx="646331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解密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83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AD65C-B621-2BAA-2FCB-62D3B574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E27E7B0A-6945-34CF-08E4-75678CF023B3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4D29A328-87F9-81F6-9FBC-C4594EA6EC38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BDEAE5B3-4775-2D7A-9D0A-A7EB7A6394C0}"/>
              </a:ext>
            </a:extLst>
          </p:cNvPr>
          <p:cNvGrpSpPr/>
          <p:nvPr/>
        </p:nvGrpSpPr>
        <p:grpSpPr>
          <a:xfrm>
            <a:off x="289852" y="100286"/>
            <a:ext cx="11228001" cy="3450792"/>
            <a:chOff x="401063" y="1323605"/>
            <a:chExt cx="11228001" cy="345079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4AFD993-9C92-6F0B-9E45-CE36BEEDB770}"/>
                </a:ext>
              </a:extLst>
            </p:cNvPr>
            <p:cNvGrpSpPr/>
            <p:nvPr/>
          </p:nvGrpSpPr>
          <p:grpSpPr>
            <a:xfrm>
              <a:off x="818207" y="1607061"/>
              <a:ext cx="10810857" cy="2880815"/>
              <a:chOff x="456256" y="1607061"/>
              <a:chExt cx="11570041" cy="2880815"/>
            </a:xfrm>
          </p:grpSpPr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4CB7DB08-4A78-ADC5-08E8-07DC1B1D87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256" y="1607061"/>
                <a:ext cx="11508861" cy="1284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>
                <a:extLst>
                  <a:ext uri="{FF2B5EF4-FFF2-40B4-BE49-F238E27FC236}">
                    <a16:creationId xmlns:a16="http://schemas.microsoft.com/office/drawing/2014/main" id="{A8C73CF7-AF9B-8FF3-F931-B9F62E9F0A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256" y="2580943"/>
                <a:ext cx="11508861" cy="197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>
                <a:extLst>
                  <a:ext uri="{FF2B5EF4-FFF2-40B4-BE49-F238E27FC236}">
                    <a16:creationId xmlns:a16="http://schemas.microsoft.com/office/drawing/2014/main" id="{0B6EAC5F-BFB5-3146-F4E3-2506B73BFE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256" y="3524263"/>
                <a:ext cx="11570041" cy="742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B931BFF8-3FF1-A018-B636-57F35B607B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256" y="4471837"/>
                <a:ext cx="11570041" cy="1603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6AAF982-C850-69CB-2F21-5D7B7C0994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8957822"/>
                </p:ext>
              </p:extLst>
            </p:nvPr>
          </p:nvGraphicFramePr>
          <p:xfrm>
            <a:off x="401063" y="1323605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28600" progId="Equation.DSMT4">
                    <p:embed/>
                  </p:oleObj>
                </mc:Choice>
                <mc:Fallback>
                  <p:oleObj name="Equation" r:id="rId3" imgW="164880" imgH="22860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73256BCD-1E98-42BE-8CFF-77281854945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1063" y="1323605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A10EA65-537E-2270-827C-E55951F14F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8087355"/>
                </p:ext>
              </p:extLst>
            </p:nvPr>
          </p:nvGraphicFramePr>
          <p:xfrm>
            <a:off x="423521" y="2265915"/>
            <a:ext cx="34290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67" name="对象 66">
                          <a:extLst>
                            <a:ext uri="{FF2B5EF4-FFF2-40B4-BE49-F238E27FC236}">
                              <a16:creationId xmlns:a16="http://schemas.microsoft.com/office/drawing/2014/main" id="{B64E1B67-987F-4F38-A7B6-9AEB7EA009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3521" y="2265915"/>
                          <a:ext cx="342900" cy="514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C5155228-1642-40C9-B829-B079662478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1758866"/>
                </p:ext>
              </p:extLst>
            </p:nvPr>
          </p:nvGraphicFramePr>
          <p:xfrm>
            <a:off x="409805" y="3187283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69" name="对象 68">
                          <a:extLst>
                            <a:ext uri="{FF2B5EF4-FFF2-40B4-BE49-F238E27FC236}">
                              <a16:creationId xmlns:a16="http://schemas.microsoft.com/office/drawing/2014/main" id="{FDFBD403-2085-4939-876B-B7DD5B22B05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9805" y="3187283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5FA3CE4-240F-4C02-B94F-EA1CDE712A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4477312"/>
                </p:ext>
              </p:extLst>
            </p:nvPr>
          </p:nvGraphicFramePr>
          <p:xfrm>
            <a:off x="412008" y="4187121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74" name="对象 73">
                          <a:extLst>
                            <a:ext uri="{FF2B5EF4-FFF2-40B4-BE49-F238E27FC236}">
                              <a16:creationId xmlns:a16="http://schemas.microsoft.com/office/drawing/2014/main" id="{6B8FE6FB-CB64-4723-8C8B-2566E69D80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2008" y="4187121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545403B-7FF9-FCA5-02A8-F67C09261994}"/>
                </a:ext>
              </a:extLst>
            </p:cNvPr>
            <p:cNvGrpSpPr/>
            <p:nvPr/>
          </p:nvGrpSpPr>
          <p:grpSpPr>
            <a:xfrm>
              <a:off x="1010704" y="1333382"/>
              <a:ext cx="587581" cy="573043"/>
              <a:chOff x="2404918" y="772593"/>
              <a:chExt cx="587581" cy="573043"/>
            </a:xfrm>
          </p:grpSpPr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AAD546BD-8CAA-E1D3-F4FA-E515E1732C3A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78" name="对象 177">
                <a:extLst>
                  <a:ext uri="{FF2B5EF4-FFF2-40B4-BE49-F238E27FC236}">
                    <a16:creationId xmlns:a16="http://schemas.microsoft.com/office/drawing/2014/main" id="{196C5766-78B1-6EC4-DA6D-C562BDF7E6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3800" imgH="164880" progId="Equation.DSMT4">
                      <p:embed/>
                    </p:oleObj>
                  </mc:Choice>
                  <mc:Fallback>
                    <p:oleObj name="Equation" r:id="rId11" imgW="253800" imgH="164880" progId="Equation.DSMT4">
                      <p:embed/>
                      <p:pic>
                        <p:nvPicPr>
                          <p:cNvPr id="106" name="对象 105">
                            <a:extLst>
                              <a:ext uri="{FF2B5EF4-FFF2-40B4-BE49-F238E27FC236}">
                                <a16:creationId xmlns:a16="http://schemas.microsoft.com/office/drawing/2014/main" id="{82BE1A2A-CFFA-4FFD-8C10-A38DEAB99BF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47042D-5532-BC73-2E86-1A12F18EDB5E}"/>
                </a:ext>
              </a:extLst>
            </p:cNvPr>
            <p:cNvGrpSpPr/>
            <p:nvPr/>
          </p:nvGrpSpPr>
          <p:grpSpPr>
            <a:xfrm>
              <a:off x="1852036" y="2329914"/>
              <a:ext cx="587581" cy="573043"/>
              <a:chOff x="2404918" y="772593"/>
              <a:chExt cx="587581" cy="573043"/>
            </a:xfrm>
          </p:grpSpPr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418520E2-5504-CDB8-B539-D278FBCCCAF6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76" name="对象 175">
                <a:extLst>
                  <a:ext uri="{FF2B5EF4-FFF2-40B4-BE49-F238E27FC236}">
                    <a16:creationId xmlns:a16="http://schemas.microsoft.com/office/drawing/2014/main" id="{AED7E545-7380-901C-A924-24EFACCCF3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109" name="对象 108">
                            <a:extLst>
                              <a:ext uri="{FF2B5EF4-FFF2-40B4-BE49-F238E27FC236}">
                                <a16:creationId xmlns:a16="http://schemas.microsoft.com/office/drawing/2014/main" id="{5E07C9CB-77E9-49F5-8CD0-A13EC2B38AF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E050794-29CD-0D0B-46C5-2EEB298D275A}"/>
                </a:ext>
              </a:extLst>
            </p:cNvPr>
            <p:cNvGrpSpPr/>
            <p:nvPr/>
          </p:nvGrpSpPr>
          <p:grpSpPr>
            <a:xfrm>
              <a:off x="1688547" y="1459331"/>
              <a:ext cx="314037" cy="314487"/>
              <a:chOff x="2009322" y="1446079"/>
              <a:chExt cx="314037" cy="314487"/>
            </a:xfrm>
          </p:grpSpPr>
          <p:sp>
            <p:nvSpPr>
              <p:cNvPr id="173" name="椭圆 172">
                <a:extLst>
                  <a:ext uri="{FF2B5EF4-FFF2-40B4-BE49-F238E27FC236}">
                    <a16:creationId xmlns:a16="http://schemas.microsoft.com/office/drawing/2014/main" id="{C579D30B-D2A6-7C29-BC0A-E0352B949E0F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4" name="直接连接符 173">
                <a:extLst>
                  <a:ext uri="{FF2B5EF4-FFF2-40B4-BE49-F238E27FC236}">
                    <a16:creationId xmlns:a16="http://schemas.microsoft.com/office/drawing/2014/main" id="{48C264B0-7A9E-8911-C8CE-24E0C5AD689A}"/>
                  </a:ext>
                </a:extLst>
              </p:cNvPr>
              <p:cNvCxnSpPr>
                <a:stCxn id="173" idx="0"/>
                <a:endCxn id="173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BFCEBFF-BD94-3633-9595-762A1C86473E}"/>
                </a:ext>
              </a:extLst>
            </p:cNvPr>
            <p:cNvSpPr/>
            <p:nvPr/>
          </p:nvSpPr>
          <p:spPr>
            <a:xfrm>
              <a:off x="2099926" y="157266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0656CEE-529F-5558-C62E-5A796089933C}"/>
                </a:ext>
              </a:extLst>
            </p:cNvPr>
            <p:cNvCxnSpPr>
              <a:cxnSpLocks/>
              <a:stCxn id="11" idx="4"/>
              <a:endCxn id="175" idx="0"/>
            </p:cNvCxnSpPr>
            <p:nvPr/>
          </p:nvCxnSpPr>
          <p:spPr>
            <a:xfrm>
              <a:off x="2142524" y="1658759"/>
              <a:ext cx="3303" cy="6711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E8A42B4-C952-5C6C-1006-7BBA07FA2652}"/>
                </a:ext>
              </a:extLst>
            </p:cNvPr>
            <p:cNvGrpSpPr/>
            <p:nvPr/>
          </p:nvGrpSpPr>
          <p:grpSpPr>
            <a:xfrm>
              <a:off x="2536959" y="2326683"/>
              <a:ext cx="587581" cy="573043"/>
              <a:chOff x="2404918" y="772593"/>
              <a:chExt cx="587581" cy="573043"/>
            </a:xfrm>
          </p:grpSpPr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83BC8C14-AEA5-9801-A4D0-60778E5BCB51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72" name="对象 171">
                <a:extLst>
                  <a:ext uri="{FF2B5EF4-FFF2-40B4-BE49-F238E27FC236}">
                    <a16:creationId xmlns:a16="http://schemas.microsoft.com/office/drawing/2014/main" id="{F46EC561-C4E0-E3F8-9508-089301F53FF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53800" imgH="164880" progId="Equation.DSMT4">
                      <p:embed/>
                    </p:oleObj>
                  </mc:Choice>
                  <mc:Fallback>
                    <p:oleObj name="Equation" r:id="rId14" imgW="253800" imgH="164880" progId="Equation.DSMT4">
                      <p:embed/>
                      <p:pic>
                        <p:nvPicPr>
                          <p:cNvPr id="114" name="对象 113">
                            <a:extLst>
                              <a:ext uri="{FF2B5EF4-FFF2-40B4-BE49-F238E27FC236}">
                                <a16:creationId xmlns:a16="http://schemas.microsoft.com/office/drawing/2014/main" id="{9C69721A-958E-4BF2-B35D-163BC509990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43F7433-5F15-8F3E-5BB1-27CE68BBF006}"/>
                </a:ext>
              </a:extLst>
            </p:cNvPr>
            <p:cNvGrpSpPr/>
            <p:nvPr/>
          </p:nvGrpSpPr>
          <p:grpSpPr>
            <a:xfrm>
              <a:off x="2373470" y="1456100"/>
              <a:ext cx="314037" cy="314487"/>
              <a:chOff x="2009322" y="1446079"/>
              <a:chExt cx="314037" cy="314487"/>
            </a:xfrm>
          </p:grpSpPr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863715B6-6840-2136-87F2-E68DE356518D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06BD3C7E-591A-18E5-16A1-2EE2270A9288}"/>
                  </a:ext>
                </a:extLst>
              </p:cNvPr>
              <p:cNvCxnSpPr>
                <a:stCxn id="169" idx="0"/>
                <a:endCxn id="169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124CEA5-3287-8C92-7092-8A4E0BD06095}"/>
                </a:ext>
              </a:extLst>
            </p:cNvPr>
            <p:cNvSpPr/>
            <p:nvPr/>
          </p:nvSpPr>
          <p:spPr>
            <a:xfrm>
              <a:off x="2784849" y="1569436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A2A19AB-12FC-21C8-46C9-62561E10362B}"/>
                </a:ext>
              </a:extLst>
            </p:cNvPr>
            <p:cNvCxnSpPr>
              <a:cxnSpLocks/>
              <a:stCxn id="15" idx="4"/>
              <a:endCxn id="171" idx="0"/>
            </p:cNvCxnSpPr>
            <p:nvPr/>
          </p:nvCxnSpPr>
          <p:spPr>
            <a:xfrm>
              <a:off x="2827447" y="1655528"/>
              <a:ext cx="3303" cy="6711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B66348E-F52D-881E-6398-3153E7D54A27}"/>
                </a:ext>
              </a:extLst>
            </p:cNvPr>
            <p:cNvGrpSpPr/>
            <p:nvPr/>
          </p:nvGrpSpPr>
          <p:grpSpPr>
            <a:xfrm>
              <a:off x="3210794" y="1456100"/>
              <a:ext cx="314037" cy="314487"/>
              <a:chOff x="2009322" y="1446079"/>
              <a:chExt cx="314037" cy="314487"/>
            </a:xfrm>
          </p:grpSpPr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46F5CB5F-9B98-D54E-2FC1-57BF8C58D8C3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FE92BBE1-1477-D03D-6D02-70FA83B4B5D2}"/>
                  </a:ext>
                </a:extLst>
              </p:cNvPr>
              <p:cNvCxnSpPr>
                <a:stCxn id="167" idx="0"/>
                <a:endCxn id="167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89CB92B-6CF7-F04A-C383-CBF15F7AC59D}"/>
                </a:ext>
              </a:extLst>
            </p:cNvPr>
            <p:cNvGrpSpPr/>
            <p:nvPr/>
          </p:nvGrpSpPr>
          <p:grpSpPr>
            <a:xfrm>
              <a:off x="3215228" y="2423008"/>
              <a:ext cx="314037" cy="314487"/>
              <a:chOff x="2009322" y="1446079"/>
              <a:chExt cx="314037" cy="314487"/>
            </a:xfrm>
          </p:grpSpPr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2DB1560D-76D0-F317-6DA4-8E6B024FE60F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338CFC41-3DEB-5631-BD3C-8C3D0BE3D180}"/>
                  </a:ext>
                </a:extLst>
              </p:cNvPr>
              <p:cNvCxnSpPr>
                <a:stCxn id="165" idx="0"/>
                <a:endCxn id="165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2F22F95-DABD-442F-45F0-6C8047A94DCE}"/>
                </a:ext>
              </a:extLst>
            </p:cNvPr>
            <p:cNvGrpSpPr/>
            <p:nvPr/>
          </p:nvGrpSpPr>
          <p:grpSpPr>
            <a:xfrm>
              <a:off x="3394316" y="1569436"/>
              <a:ext cx="587581" cy="2278856"/>
              <a:chOff x="3970048" y="1556184"/>
              <a:chExt cx="587581" cy="2278856"/>
            </a:xfrm>
          </p:grpSpPr>
          <p:grpSp>
            <p:nvGrpSpPr>
              <p:cNvPr id="159" name="组合 158">
                <a:extLst>
                  <a:ext uri="{FF2B5EF4-FFF2-40B4-BE49-F238E27FC236}">
                    <a16:creationId xmlns:a16="http://schemas.microsoft.com/office/drawing/2014/main" id="{FCF7644E-7C96-E3D7-3D7C-53D836D25017}"/>
                  </a:ext>
                </a:extLst>
              </p:cNvPr>
              <p:cNvGrpSpPr/>
              <p:nvPr/>
            </p:nvGrpSpPr>
            <p:grpSpPr>
              <a:xfrm>
                <a:off x="3970048" y="3261997"/>
                <a:ext cx="587581" cy="573043"/>
                <a:chOff x="2404918" y="772593"/>
                <a:chExt cx="587581" cy="573043"/>
              </a:xfrm>
            </p:grpSpPr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8A5B9D72-DD82-59B5-809F-E81D552E15B8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64" name="对象 163">
                  <a:extLst>
                    <a:ext uri="{FF2B5EF4-FFF2-40B4-BE49-F238E27FC236}">
                      <a16:creationId xmlns:a16="http://schemas.microsoft.com/office/drawing/2014/main" id="{08F518B3-F9A1-8B7E-88D6-A08213E7EAB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538" y="925817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5" imgW="253800" imgH="164880" progId="Equation.DSMT4">
                        <p:embed/>
                      </p:oleObj>
                    </mc:Choice>
                    <mc:Fallback>
                      <p:oleObj name="Equation" r:id="rId15" imgW="253800" imgH="164880" progId="Equation.DSMT4">
                        <p:embed/>
                        <p:pic>
                          <p:nvPicPr>
                            <p:cNvPr id="122" name="对象 121">
                              <a:extLst>
                                <a:ext uri="{FF2B5EF4-FFF2-40B4-BE49-F238E27FC236}">
                                  <a16:creationId xmlns:a16="http://schemas.microsoft.com/office/drawing/2014/main" id="{804C6779-802D-4D5D-BB1C-3954ED69DA4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538" y="925817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FA4E54CC-A646-D14E-2542-2A2F25787091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2A6D46D6-A361-5CBF-C518-96DA4DDABD64}"/>
                  </a:ext>
                </a:extLst>
              </p:cNvPr>
              <p:cNvCxnSpPr>
                <a:cxnSpLocks/>
                <a:stCxn id="160" idx="4"/>
                <a:endCxn id="163" idx="0"/>
              </p:cNvCxnSpPr>
              <p:nvPr/>
            </p:nvCxnSpPr>
            <p:spPr>
              <a:xfrm flipH="1">
                <a:off x="4263839" y="1642276"/>
                <a:ext cx="1" cy="16197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7C2D4C6E-9221-690E-2DDF-5613F51E1FB7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9391C0C-7A75-1E1D-BCD5-B7B4F6B77109}"/>
                </a:ext>
              </a:extLst>
            </p:cNvPr>
            <p:cNvGrpSpPr/>
            <p:nvPr/>
          </p:nvGrpSpPr>
          <p:grpSpPr>
            <a:xfrm>
              <a:off x="3845124" y="2425759"/>
              <a:ext cx="314037" cy="314487"/>
              <a:chOff x="2009322" y="1446079"/>
              <a:chExt cx="314037" cy="314487"/>
            </a:xfrm>
          </p:grpSpPr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9DC95EC4-597F-6D31-A149-2128BDA036F9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6EA1B83F-A68E-334F-137A-BF7F198FFAE9}"/>
                  </a:ext>
                </a:extLst>
              </p:cNvPr>
              <p:cNvCxnSpPr>
                <a:stCxn id="157" idx="0"/>
                <a:endCxn id="157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070E9BD-9726-FA39-98FE-4E104048EB0B}"/>
                </a:ext>
              </a:extLst>
            </p:cNvPr>
            <p:cNvGrpSpPr/>
            <p:nvPr/>
          </p:nvGrpSpPr>
          <p:grpSpPr>
            <a:xfrm>
              <a:off x="4034451" y="1562945"/>
              <a:ext cx="587581" cy="2278856"/>
              <a:chOff x="3970048" y="1556184"/>
              <a:chExt cx="587581" cy="2278856"/>
            </a:xfrm>
          </p:grpSpPr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42E81230-E345-46DE-5E72-E9868313307C}"/>
                  </a:ext>
                </a:extLst>
              </p:cNvPr>
              <p:cNvGrpSpPr/>
              <p:nvPr/>
            </p:nvGrpSpPr>
            <p:grpSpPr>
              <a:xfrm>
                <a:off x="3970048" y="3261997"/>
                <a:ext cx="587581" cy="573043"/>
                <a:chOff x="2404918" y="772593"/>
                <a:chExt cx="587581" cy="573043"/>
              </a:xfrm>
            </p:grpSpPr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73A013FF-9A61-4C3D-4A9B-10FA40CA253E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56" name="对象 155">
                  <a:extLst>
                    <a:ext uri="{FF2B5EF4-FFF2-40B4-BE49-F238E27FC236}">
                      <a16:creationId xmlns:a16="http://schemas.microsoft.com/office/drawing/2014/main" id="{649C1966-4AB4-3BBD-F17F-454918F2098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538" y="925817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6" imgW="253800" imgH="164880" progId="Equation.DSMT4">
                        <p:embed/>
                      </p:oleObj>
                    </mc:Choice>
                    <mc:Fallback>
                      <p:oleObj name="Equation" r:id="rId16" imgW="253800" imgH="164880" progId="Equation.DSMT4">
                        <p:embed/>
                        <p:pic>
                          <p:nvPicPr>
                            <p:cNvPr id="147" name="对象 146">
                              <a:extLst>
                                <a:ext uri="{FF2B5EF4-FFF2-40B4-BE49-F238E27FC236}">
                                  <a16:creationId xmlns:a16="http://schemas.microsoft.com/office/drawing/2014/main" id="{32053246-2A6A-4DFA-803E-DD3EF0F15FE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538" y="925817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9EBBAEFF-B689-7D43-0A23-891C6F9CBB9F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1FCCD952-9E86-A1EF-00AD-0CEE0EDC3F77}"/>
                  </a:ext>
                </a:extLst>
              </p:cNvPr>
              <p:cNvCxnSpPr>
                <a:cxnSpLocks/>
                <a:stCxn id="152" idx="4"/>
                <a:endCxn id="155" idx="0"/>
              </p:cNvCxnSpPr>
              <p:nvPr/>
            </p:nvCxnSpPr>
            <p:spPr>
              <a:xfrm flipH="1">
                <a:off x="4263839" y="1642276"/>
                <a:ext cx="1" cy="16197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38723774-EDB2-B98D-8313-95DF5F88BDE3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B5611FD-E2D1-D1AC-9D5A-B5122E4282EA}"/>
                </a:ext>
              </a:extLst>
            </p:cNvPr>
            <p:cNvGrpSpPr/>
            <p:nvPr/>
          </p:nvGrpSpPr>
          <p:grpSpPr>
            <a:xfrm>
              <a:off x="4514996" y="1449609"/>
              <a:ext cx="314037" cy="314487"/>
              <a:chOff x="2009322" y="1446079"/>
              <a:chExt cx="314037" cy="314487"/>
            </a:xfrm>
          </p:grpSpPr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60A200A9-FE63-0D09-41C3-FC099EB1257C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9447A4AB-B63E-8CAF-3E59-4A2D5146AE54}"/>
                  </a:ext>
                </a:extLst>
              </p:cNvPr>
              <p:cNvCxnSpPr>
                <a:stCxn id="149" idx="0"/>
                <a:endCxn id="149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8BD8459-5E15-589F-77E9-2BA4E6CAB461}"/>
                </a:ext>
              </a:extLst>
            </p:cNvPr>
            <p:cNvGrpSpPr/>
            <p:nvPr/>
          </p:nvGrpSpPr>
          <p:grpSpPr>
            <a:xfrm>
              <a:off x="4519430" y="2416517"/>
              <a:ext cx="314037" cy="314487"/>
              <a:chOff x="2009322" y="1446079"/>
              <a:chExt cx="314037" cy="314487"/>
            </a:xfrm>
          </p:grpSpPr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F788DC3B-9A6C-6AE7-98A9-8CE820032020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1A062FBB-6815-75CC-99CD-24C648FB7B4E}"/>
                  </a:ext>
                </a:extLst>
              </p:cNvPr>
              <p:cNvCxnSpPr>
                <a:stCxn id="147" idx="0"/>
                <a:endCxn id="147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75ECD614-5FDE-64C7-601F-052E6E50369E}"/>
                </a:ext>
              </a:extLst>
            </p:cNvPr>
            <p:cNvGrpSpPr/>
            <p:nvPr/>
          </p:nvGrpSpPr>
          <p:grpSpPr>
            <a:xfrm>
              <a:off x="4698518" y="1562945"/>
              <a:ext cx="587581" cy="2278856"/>
              <a:chOff x="3970048" y="1556184"/>
              <a:chExt cx="587581" cy="2278856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50A53BC0-9222-27A4-2A2F-52B0893286D2}"/>
                  </a:ext>
                </a:extLst>
              </p:cNvPr>
              <p:cNvGrpSpPr/>
              <p:nvPr/>
            </p:nvGrpSpPr>
            <p:grpSpPr>
              <a:xfrm>
                <a:off x="3970048" y="3261997"/>
                <a:ext cx="587581" cy="573043"/>
                <a:chOff x="2404918" y="772593"/>
                <a:chExt cx="587581" cy="573043"/>
              </a:xfrm>
            </p:grpSpPr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C0F1ED7C-48D0-0AEB-221D-3DB52189E54D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46" name="对象 145">
                  <a:extLst>
                    <a:ext uri="{FF2B5EF4-FFF2-40B4-BE49-F238E27FC236}">
                      <a16:creationId xmlns:a16="http://schemas.microsoft.com/office/drawing/2014/main" id="{47D98AEC-6004-B7BF-8325-12608A707E9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538" y="925817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7" imgW="253800" imgH="164880" progId="Equation.DSMT4">
                        <p:embed/>
                      </p:oleObj>
                    </mc:Choice>
                    <mc:Fallback>
                      <p:oleObj name="Equation" r:id="rId17" imgW="253800" imgH="164880" progId="Equation.DSMT4">
                        <p:embed/>
                        <p:pic>
                          <p:nvPicPr>
                            <p:cNvPr id="160" name="对象 159">
                              <a:extLst>
                                <a:ext uri="{FF2B5EF4-FFF2-40B4-BE49-F238E27FC236}">
                                  <a16:creationId xmlns:a16="http://schemas.microsoft.com/office/drawing/2014/main" id="{36B45F0A-EB05-4111-9330-7DF4FEB21EC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538" y="925817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05530343-CA33-A7F7-8674-2D24165C9A84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5585936E-DE47-0854-2325-6531C2901D58}"/>
                  </a:ext>
                </a:extLst>
              </p:cNvPr>
              <p:cNvCxnSpPr>
                <a:cxnSpLocks/>
                <a:stCxn id="142" idx="4"/>
                <a:endCxn id="145" idx="0"/>
              </p:cNvCxnSpPr>
              <p:nvPr/>
            </p:nvCxnSpPr>
            <p:spPr>
              <a:xfrm flipH="1">
                <a:off x="4263839" y="1642276"/>
                <a:ext cx="1" cy="16197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E681306C-48E2-3C6A-7CC4-B633F50079F6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226A87D-4397-3803-E9D2-CAA5A572CE82}"/>
                </a:ext>
              </a:extLst>
            </p:cNvPr>
            <p:cNvGrpSpPr/>
            <p:nvPr/>
          </p:nvGrpSpPr>
          <p:grpSpPr>
            <a:xfrm>
              <a:off x="5209827" y="2423008"/>
              <a:ext cx="314037" cy="314487"/>
              <a:chOff x="2009322" y="1446079"/>
              <a:chExt cx="314037" cy="314487"/>
            </a:xfrm>
          </p:grpSpPr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49D933BB-74C2-2603-4B7A-5EF6C28A26FE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863D0159-4552-F3B5-D6FA-74ED8B0F9B55}"/>
                  </a:ext>
                </a:extLst>
              </p:cNvPr>
              <p:cNvCxnSpPr>
                <a:stCxn id="139" idx="0"/>
                <a:endCxn id="139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6175454-AABF-1E35-5826-3CE11F41208D}"/>
                </a:ext>
              </a:extLst>
            </p:cNvPr>
            <p:cNvGrpSpPr/>
            <p:nvPr/>
          </p:nvGrpSpPr>
          <p:grpSpPr>
            <a:xfrm>
              <a:off x="5388915" y="1569436"/>
              <a:ext cx="587581" cy="2278856"/>
              <a:chOff x="3970048" y="1556184"/>
              <a:chExt cx="587581" cy="2278856"/>
            </a:xfrm>
          </p:grpSpPr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419FF7A5-275E-38A1-78DB-0BC45010920A}"/>
                  </a:ext>
                </a:extLst>
              </p:cNvPr>
              <p:cNvGrpSpPr/>
              <p:nvPr/>
            </p:nvGrpSpPr>
            <p:grpSpPr>
              <a:xfrm>
                <a:off x="3970048" y="3261997"/>
                <a:ext cx="587581" cy="573043"/>
                <a:chOff x="2404918" y="772593"/>
                <a:chExt cx="587581" cy="573043"/>
              </a:xfrm>
            </p:grpSpPr>
            <p:sp>
              <p:nvSpPr>
                <p:cNvPr id="137" name="矩形 136">
                  <a:extLst>
                    <a:ext uri="{FF2B5EF4-FFF2-40B4-BE49-F238E27FC236}">
                      <a16:creationId xmlns:a16="http://schemas.microsoft.com/office/drawing/2014/main" id="{94EB4512-B51B-19BC-8880-F6964A9ED4D9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38" name="对象 137">
                  <a:extLst>
                    <a:ext uri="{FF2B5EF4-FFF2-40B4-BE49-F238E27FC236}">
                      <a16:creationId xmlns:a16="http://schemas.microsoft.com/office/drawing/2014/main" id="{52E2A517-B900-57C9-C397-FB16F03C292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538" y="925817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8" imgW="253800" imgH="164880" progId="Equation.DSMT4">
                        <p:embed/>
                      </p:oleObj>
                    </mc:Choice>
                    <mc:Fallback>
                      <p:oleObj name="Equation" r:id="rId18" imgW="253800" imgH="164880" progId="Equation.DSMT4">
                        <p:embed/>
                        <p:pic>
                          <p:nvPicPr>
                            <p:cNvPr id="173" name="对象 172">
                              <a:extLst>
                                <a:ext uri="{FF2B5EF4-FFF2-40B4-BE49-F238E27FC236}">
                                  <a16:creationId xmlns:a16="http://schemas.microsoft.com/office/drawing/2014/main" id="{196FA1FC-C9FF-4005-BCE3-2294D303D33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538" y="925817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0B802ED7-7E6B-236E-D441-7343477BA00F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BC5D0780-1BE6-281C-C9F8-3DF95E9BFD71}"/>
                  </a:ext>
                </a:extLst>
              </p:cNvPr>
              <p:cNvCxnSpPr>
                <a:cxnSpLocks/>
                <a:stCxn id="134" idx="4"/>
                <a:endCxn id="137" idx="0"/>
              </p:cNvCxnSpPr>
              <p:nvPr/>
            </p:nvCxnSpPr>
            <p:spPr>
              <a:xfrm flipH="1">
                <a:off x="4263839" y="1642276"/>
                <a:ext cx="1" cy="16197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CEC0CEC6-F51D-E817-6F85-D5C3C065131C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AE86D761-FE5C-07FA-EFB9-FBF895CCD3C6}"/>
                </a:ext>
              </a:extLst>
            </p:cNvPr>
            <p:cNvGrpSpPr/>
            <p:nvPr/>
          </p:nvGrpSpPr>
          <p:grpSpPr>
            <a:xfrm>
              <a:off x="6050963" y="1449609"/>
              <a:ext cx="314037" cy="314487"/>
              <a:chOff x="2009322" y="1446079"/>
              <a:chExt cx="314037" cy="314487"/>
            </a:xfrm>
          </p:grpSpPr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5016E1F5-DC17-7ED1-6AAA-F05FD18270A3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BDAACBCB-605A-194F-DB52-D5BA66F13595}"/>
                  </a:ext>
                </a:extLst>
              </p:cNvPr>
              <p:cNvCxnSpPr>
                <a:stCxn id="131" idx="0"/>
                <a:endCxn id="131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0BA705A0-8957-6262-EBF8-ABA662F8CC02}"/>
                </a:ext>
              </a:extLst>
            </p:cNvPr>
            <p:cNvGrpSpPr/>
            <p:nvPr/>
          </p:nvGrpSpPr>
          <p:grpSpPr>
            <a:xfrm>
              <a:off x="6055397" y="2416517"/>
              <a:ext cx="314037" cy="314487"/>
              <a:chOff x="2009322" y="1446079"/>
              <a:chExt cx="314037" cy="314487"/>
            </a:xfrm>
          </p:grpSpPr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BBF6B91A-DB47-2B4A-F872-FC485AA1171A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83D0A3EC-0953-4E3D-DFEB-C8C1C4AEB594}"/>
                  </a:ext>
                </a:extLst>
              </p:cNvPr>
              <p:cNvCxnSpPr>
                <a:stCxn id="129" idx="0"/>
                <a:endCxn id="129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9CADCBC-6F9B-A45A-345F-9403EE788A93}"/>
                </a:ext>
              </a:extLst>
            </p:cNvPr>
            <p:cNvGrpSpPr/>
            <p:nvPr/>
          </p:nvGrpSpPr>
          <p:grpSpPr>
            <a:xfrm>
              <a:off x="6260989" y="1562945"/>
              <a:ext cx="587581" cy="3211452"/>
              <a:chOff x="3983300" y="1556184"/>
              <a:chExt cx="587581" cy="3211452"/>
            </a:xfrm>
          </p:grpSpPr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FD374087-9048-FE6D-D39E-A13BD6E43B62}"/>
                  </a:ext>
                </a:extLst>
              </p:cNvPr>
              <p:cNvGrpSpPr/>
              <p:nvPr/>
            </p:nvGrpSpPr>
            <p:grpSpPr>
              <a:xfrm>
                <a:off x="3983300" y="4194593"/>
                <a:ext cx="587581" cy="573043"/>
                <a:chOff x="2418170" y="1705189"/>
                <a:chExt cx="587581" cy="573043"/>
              </a:xfrm>
            </p:grpSpPr>
            <p:sp>
              <p:nvSpPr>
                <p:cNvPr id="127" name="矩形 126">
                  <a:extLst>
                    <a:ext uri="{FF2B5EF4-FFF2-40B4-BE49-F238E27FC236}">
                      <a16:creationId xmlns:a16="http://schemas.microsoft.com/office/drawing/2014/main" id="{261CD8DF-8E5A-4E8D-3618-1394BE08C006}"/>
                    </a:ext>
                  </a:extLst>
                </p:cNvPr>
                <p:cNvSpPr/>
                <p:nvPr/>
              </p:nvSpPr>
              <p:spPr>
                <a:xfrm>
                  <a:off x="2418170" y="1705189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28" name="对象 127">
                  <a:extLst>
                    <a:ext uri="{FF2B5EF4-FFF2-40B4-BE49-F238E27FC236}">
                      <a16:creationId xmlns:a16="http://schemas.microsoft.com/office/drawing/2014/main" id="{A2511484-3785-8789-9E70-4963CDDE716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790" y="1858413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9" imgW="253800" imgH="164880" progId="Equation.DSMT4">
                        <p:embed/>
                      </p:oleObj>
                    </mc:Choice>
                    <mc:Fallback>
                      <p:oleObj name="Equation" r:id="rId19" imgW="253800" imgH="164880" progId="Equation.DSMT4">
                        <p:embed/>
                        <p:pic>
                          <p:nvPicPr>
                            <p:cNvPr id="186" name="对象 185">
                              <a:extLst>
                                <a:ext uri="{FF2B5EF4-FFF2-40B4-BE49-F238E27FC236}">
                                  <a16:creationId xmlns:a16="http://schemas.microsoft.com/office/drawing/2014/main" id="{68D0A535-AF3D-40B6-871F-900CE40071B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23790" y="1858413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5D81E2F0-47AC-3785-D913-E7F8F709081E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ACECE4EF-C31D-F87C-6C83-82272F4A997F}"/>
                  </a:ext>
                </a:extLst>
              </p:cNvPr>
              <p:cNvCxnSpPr>
                <a:cxnSpLocks/>
                <a:stCxn id="124" idx="4"/>
                <a:endCxn id="127" idx="0"/>
              </p:cNvCxnSpPr>
              <p:nvPr/>
            </p:nvCxnSpPr>
            <p:spPr>
              <a:xfrm>
                <a:off x="4263840" y="1642276"/>
                <a:ext cx="13251" cy="25523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233BC1E6-F9BD-6B94-F422-1191B1B02A14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C0FA5CFE-0D88-C300-54F2-0D8FD21626FD}"/>
                </a:ext>
              </a:extLst>
            </p:cNvPr>
            <p:cNvGrpSpPr/>
            <p:nvPr/>
          </p:nvGrpSpPr>
          <p:grpSpPr>
            <a:xfrm>
              <a:off x="6050962" y="3376043"/>
              <a:ext cx="314037" cy="314487"/>
              <a:chOff x="2009322" y="1446079"/>
              <a:chExt cx="314037" cy="314487"/>
            </a:xfrm>
          </p:grpSpPr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96AAA2EC-C9CC-D718-0BDC-5E3D72A39922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6BB74D51-9283-C35C-85E7-C1E81961900E}"/>
                  </a:ext>
                </a:extLst>
              </p:cNvPr>
              <p:cNvCxnSpPr>
                <a:stCxn id="121" idx="0"/>
                <a:endCxn id="121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CDA14D9-C8C2-B2CE-6521-50C12C834BA0}"/>
                </a:ext>
              </a:extLst>
            </p:cNvPr>
            <p:cNvSpPr/>
            <p:nvPr/>
          </p:nvSpPr>
          <p:spPr>
            <a:xfrm>
              <a:off x="6505559" y="349113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C3EBFAA0-1535-C124-45AD-7ADD92214D1A}"/>
                </a:ext>
              </a:extLst>
            </p:cNvPr>
            <p:cNvGrpSpPr/>
            <p:nvPr/>
          </p:nvGrpSpPr>
          <p:grpSpPr>
            <a:xfrm>
              <a:off x="6907996" y="1562945"/>
              <a:ext cx="587581" cy="3211452"/>
              <a:chOff x="3983300" y="1556184"/>
              <a:chExt cx="587581" cy="3211452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DC4849F8-B3AE-472E-9863-20110A156C21}"/>
                  </a:ext>
                </a:extLst>
              </p:cNvPr>
              <p:cNvGrpSpPr/>
              <p:nvPr/>
            </p:nvGrpSpPr>
            <p:grpSpPr>
              <a:xfrm>
                <a:off x="3983300" y="4194593"/>
                <a:ext cx="587581" cy="573043"/>
                <a:chOff x="2418170" y="1705189"/>
                <a:chExt cx="587581" cy="573043"/>
              </a:xfrm>
            </p:grpSpPr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3876B663-AC9D-5498-9F10-B57F5073F892}"/>
                    </a:ext>
                  </a:extLst>
                </p:cNvPr>
                <p:cNvSpPr/>
                <p:nvPr/>
              </p:nvSpPr>
              <p:spPr>
                <a:xfrm>
                  <a:off x="2418170" y="1705189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20" name="对象 119">
                  <a:extLst>
                    <a:ext uri="{FF2B5EF4-FFF2-40B4-BE49-F238E27FC236}">
                      <a16:creationId xmlns:a16="http://schemas.microsoft.com/office/drawing/2014/main" id="{823B3E6A-3332-C3CA-6104-18F23A9DCA0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790" y="1858413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0" imgW="253800" imgH="164880" progId="Equation.DSMT4">
                        <p:embed/>
                      </p:oleObj>
                    </mc:Choice>
                    <mc:Fallback>
                      <p:oleObj name="Equation" r:id="rId20" imgW="253800" imgH="164880" progId="Equation.DSMT4">
                        <p:embed/>
                        <p:pic>
                          <p:nvPicPr>
                            <p:cNvPr id="203" name="对象 202">
                              <a:extLst>
                                <a:ext uri="{FF2B5EF4-FFF2-40B4-BE49-F238E27FC236}">
                                  <a16:creationId xmlns:a16="http://schemas.microsoft.com/office/drawing/2014/main" id="{9C30854E-B8A8-4952-ADD2-3E5A6479ADB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23790" y="1858413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A53B4607-B186-CFA6-81B3-DA1839F59AFE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56EA98C4-FC5C-59AF-E707-CC2A0ACE432B}"/>
                  </a:ext>
                </a:extLst>
              </p:cNvPr>
              <p:cNvCxnSpPr>
                <a:cxnSpLocks/>
                <a:stCxn id="116" idx="4"/>
                <a:endCxn id="119" idx="0"/>
              </p:cNvCxnSpPr>
              <p:nvPr/>
            </p:nvCxnSpPr>
            <p:spPr>
              <a:xfrm>
                <a:off x="4263840" y="1642276"/>
                <a:ext cx="13251" cy="25523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BA87396D-D76D-1F2C-5821-02FF3C5CB94F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F47DEC63-853B-C12C-B92E-8AEF637EDBA6}"/>
                </a:ext>
              </a:extLst>
            </p:cNvPr>
            <p:cNvSpPr/>
            <p:nvPr/>
          </p:nvSpPr>
          <p:spPr>
            <a:xfrm>
              <a:off x="7152566" y="349113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42FF193-9B5C-B40D-B509-85342099664E}"/>
                </a:ext>
              </a:extLst>
            </p:cNvPr>
            <p:cNvGrpSpPr/>
            <p:nvPr/>
          </p:nvGrpSpPr>
          <p:grpSpPr>
            <a:xfrm>
              <a:off x="6716323" y="3365788"/>
              <a:ext cx="314037" cy="314487"/>
              <a:chOff x="2009322" y="1446079"/>
              <a:chExt cx="314037" cy="314487"/>
            </a:xfrm>
          </p:grpSpPr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D8294BFE-9A11-EB97-E5ED-5203C7ADEED3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92990406-F6B5-82CA-A880-C959AC695FA7}"/>
                  </a:ext>
                </a:extLst>
              </p:cNvPr>
              <p:cNvCxnSpPr>
                <a:stCxn id="113" idx="0"/>
                <a:endCxn id="113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4D61405-1B77-6631-141B-F956D6E32E0F}"/>
                </a:ext>
              </a:extLst>
            </p:cNvPr>
            <p:cNvGrpSpPr/>
            <p:nvPr/>
          </p:nvGrpSpPr>
          <p:grpSpPr>
            <a:xfrm>
              <a:off x="7551473" y="1559214"/>
              <a:ext cx="587581" cy="3211452"/>
              <a:chOff x="3983300" y="1556184"/>
              <a:chExt cx="587581" cy="3211452"/>
            </a:xfrm>
          </p:grpSpPr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98FA2190-45A9-23B7-4F84-85435498F248}"/>
                  </a:ext>
                </a:extLst>
              </p:cNvPr>
              <p:cNvGrpSpPr/>
              <p:nvPr/>
            </p:nvGrpSpPr>
            <p:grpSpPr>
              <a:xfrm>
                <a:off x="3983300" y="4194593"/>
                <a:ext cx="587581" cy="573043"/>
                <a:chOff x="2418170" y="1705189"/>
                <a:chExt cx="587581" cy="573043"/>
              </a:xfrm>
            </p:grpSpPr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E7B9933E-75AB-CA1D-1D4A-29BEC077CFAC}"/>
                    </a:ext>
                  </a:extLst>
                </p:cNvPr>
                <p:cNvSpPr/>
                <p:nvPr/>
              </p:nvSpPr>
              <p:spPr>
                <a:xfrm>
                  <a:off x="2418170" y="1705189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12" name="对象 111">
                  <a:extLst>
                    <a:ext uri="{FF2B5EF4-FFF2-40B4-BE49-F238E27FC236}">
                      <a16:creationId xmlns:a16="http://schemas.microsoft.com/office/drawing/2014/main" id="{A7D75A48-DB48-24B9-9A30-43806394FDC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790" y="1858413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1" imgW="253800" imgH="164880" progId="Equation.DSMT4">
                        <p:embed/>
                      </p:oleObj>
                    </mc:Choice>
                    <mc:Fallback>
                      <p:oleObj name="Equation" r:id="rId21" imgW="253800" imgH="164880" progId="Equation.DSMT4">
                        <p:embed/>
                        <p:pic>
                          <p:nvPicPr>
                            <p:cNvPr id="243" name="对象 242">
                              <a:extLst>
                                <a:ext uri="{FF2B5EF4-FFF2-40B4-BE49-F238E27FC236}">
                                  <a16:creationId xmlns:a16="http://schemas.microsoft.com/office/drawing/2014/main" id="{B5E56570-EBE0-4D40-8B2E-18D783BE3FA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23790" y="1858413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661C5307-85F0-8BBE-D8FC-0FD99287D15E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E322D2B7-D586-16AD-2E92-CE0ADE7BF39D}"/>
                  </a:ext>
                </a:extLst>
              </p:cNvPr>
              <p:cNvCxnSpPr>
                <a:cxnSpLocks/>
                <a:stCxn id="108" idx="4"/>
                <a:endCxn id="111" idx="0"/>
              </p:cNvCxnSpPr>
              <p:nvPr/>
            </p:nvCxnSpPr>
            <p:spPr>
              <a:xfrm>
                <a:off x="4263840" y="1642276"/>
                <a:ext cx="13251" cy="25523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DBA5C179-57CA-1295-71EC-41D0645967C5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95EAA33-93A8-11AA-FDF0-D038DF5EBA5D}"/>
                </a:ext>
              </a:extLst>
            </p:cNvPr>
            <p:cNvSpPr/>
            <p:nvPr/>
          </p:nvSpPr>
          <p:spPr>
            <a:xfrm>
              <a:off x="7794724" y="3483016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7DFB857-994B-3EB8-E428-05EFFAFDB447}"/>
                </a:ext>
              </a:extLst>
            </p:cNvPr>
            <p:cNvGrpSpPr/>
            <p:nvPr/>
          </p:nvGrpSpPr>
          <p:grpSpPr>
            <a:xfrm>
              <a:off x="7352537" y="2437010"/>
              <a:ext cx="314037" cy="314487"/>
              <a:chOff x="2009322" y="1446079"/>
              <a:chExt cx="314037" cy="314487"/>
            </a:xfrm>
          </p:grpSpPr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306F1737-F0DC-C61E-2E8B-A81959076B59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89997DEF-132E-AA25-9394-8FE2E074E000}"/>
                  </a:ext>
                </a:extLst>
              </p:cNvPr>
              <p:cNvCxnSpPr>
                <a:stCxn id="105" idx="0"/>
                <a:endCxn id="105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6799E34-D086-F78E-A633-844E6E62BC1D}"/>
                </a:ext>
              </a:extLst>
            </p:cNvPr>
            <p:cNvGrpSpPr/>
            <p:nvPr/>
          </p:nvGrpSpPr>
          <p:grpSpPr>
            <a:xfrm>
              <a:off x="7374535" y="3369356"/>
              <a:ext cx="314037" cy="314487"/>
              <a:chOff x="2009322" y="1446079"/>
              <a:chExt cx="314037" cy="314487"/>
            </a:xfrm>
          </p:grpSpPr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9A02B67D-B50A-C7A6-F4AC-90C23F38E956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7AB9CB66-B4EB-2E02-FABC-499B35E3E33C}"/>
                  </a:ext>
                </a:extLst>
              </p:cNvPr>
              <p:cNvCxnSpPr>
                <a:stCxn id="103" idx="0"/>
                <a:endCxn id="103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38183F1-F6D2-50A6-6EC8-E9682C973EBE}"/>
                </a:ext>
              </a:extLst>
            </p:cNvPr>
            <p:cNvGrpSpPr/>
            <p:nvPr/>
          </p:nvGrpSpPr>
          <p:grpSpPr>
            <a:xfrm>
              <a:off x="8180377" y="1559214"/>
              <a:ext cx="587581" cy="3211452"/>
              <a:chOff x="3983300" y="1556184"/>
              <a:chExt cx="587581" cy="3211452"/>
            </a:xfrm>
          </p:grpSpPr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7967D7EA-5C65-8F97-99D8-E89A58D252D5}"/>
                  </a:ext>
                </a:extLst>
              </p:cNvPr>
              <p:cNvGrpSpPr/>
              <p:nvPr/>
            </p:nvGrpSpPr>
            <p:grpSpPr>
              <a:xfrm>
                <a:off x="3983300" y="4194593"/>
                <a:ext cx="587581" cy="573043"/>
                <a:chOff x="2418170" y="1705189"/>
                <a:chExt cx="587581" cy="573043"/>
              </a:xfrm>
            </p:grpSpPr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37E821DD-A578-4BDA-65C2-4C5585530C91}"/>
                    </a:ext>
                  </a:extLst>
                </p:cNvPr>
                <p:cNvSpPr/>
                <p:nvPr/>
              </p:nvSpPr>
              <p:spPr>
                <a:xfrm>
                  <a:off x="2418170" y="1705189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02" name="对象 101">
                  <a:extLst>
                    <a:ext uri="{FF2B5EF4-FFF2-40B4-BE49-F238E27FC236}">
                      <a16:creationId xmlns:a16="http://schemas.microsoft.com/office/drawing/2014/main" id="{7AECEB6C-010F-7BFE-6385-DCA7BAB5116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790" y="1858413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253800" imgH="164880" progId="Equation.DSMT4">
                        <p:embed/>
                      </p:oleObj>
                    </mc:Choice>
                    <mc:Fallback>
                      <p:oleObj name="Equation" r:id="rId22" imgW="253800" imgH="164880" progId="Equation.DSMT4">
                        <p:embed/>
                        <p:pic>
                          <p:nvPicPr>
                            <p:cNvPr id="263" name="对象 262">
                              <a:extLst>
                                <a:ext uri="{FF2B5EF4-FFF2-40B4-BE49-F238E27FC236}">
                                  <a16:creationId xmlns:a16="http://schemas.microsoft.com/office/drawing/2014/main" id="{A780E4C9-6DCA-4B0E-9E3B-E2113DF2A26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23790" y="1858413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68A68115-94C6-B5CA-F21F-181F100745AD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EB4A9C92-8C58-786D-6E1B-6C9A22E8CAB0}"/>
                  </a:ext>
                </a:extLst>
              </p:cNvPr>
              <p:cNvCxnSpPr>
                <a:cxnSpLocks/>
                <a:stCxn id="98" idx="4"/>
                <a:endCxn id="101" idx="0"/>
              </p:cNvCxnSpPr>
              <p:nvPr/>
            </p:nvCxnSpPr>
            <p:spPr>
              <a:xfrm>
                <a:off x="4263840" y="1642276"/>
                <a:ext cx="13251" cy="25523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A80ECD15-DD6F-5DC5-8C30-FF2DF8CC2EF9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20508BB6-6333-72AB-3891-AFA299A72663}"/>
                </a:ext>
              </a:extLst>
            </p:cNvPr>
            <p:cNvSpPr/>
            <p:nvPr/>
          </p:nvSpPr>
          <p:spPr>
            <a:xfrm>
              <a:off x="8423628" y="3483016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0CD03B28-F073-7273-F483-256A4C5B01BF}"/>
                </a:ext>
              </a:extLst>
            </p:cNvPr>
            <p:cNvGrpSpPr/>
            <p:nvPr/>
          </p:nvGrpSpPr>
          <p:grpSpPr>
            <a:xfrm>
              <a:off x="8003439" y="3369356"/>
              <a:ext cx="314037" cy="314487"/>
              <a:chOff x="2009322" y="1446079"/>
              <a:chExt cx="314037" cy="314487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721F3664-1DDF-F19A-A480-238EECE72B44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AF666B6B-515F-B9A0-CCB5-87B08497AD7C}"/>
                  </a:ext>
                </a:extLst>
              </p:cNvPr>
              <p:cNvCxnSpPr>
                <a:stCxn id="95" idx="0"/>
                <a:endCxn id="95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7B5BF55F-18AC-4D47-051F-4FA237760537}"/>
                </a:ext>
              </a:extLst>
            </p:cNvPr>
            <p:cNvGrpSpPr/>
            <p:nvPr/>
          </p:nvGrpSpPr>
          <p:grpSpPr>
            <a:xfrm>
              <a:off x="8615350" y="1445878"/>
              <a:ext cx="314037" cy="314487"/>
              <a:chOff x="2009322" y="1446079"/>
              <a:chExt cx="314037" cy="314487"/>
            </a:xfrm>
          </p:grpSpPr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8C9E4BB8-91C4-F990-D353-CF3029A6D096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709E65D1-BF55-500E-49F6-0588227C39BE}"/>
                  </a:ext>
                </a:extLst>
              </p:cNvPr>
              <p:cNvCxnSpPr>
                <a:stCxn id="93" idx="0"/>
                <a:endCxn id="93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CFC0BE87-3207-BBE5-BBB7-4EDBF6FC9C0B}"/>
                </a:ext>
              </a:extLst>
            </p:cNvPr>
            <p:cNvGrpSpPr/>
            <p:nvPr/>
          </p:nvGrpSpPr>
          <p:grpSpPr>
            <a:xfrm>
              <a:off x="8619784" y="2412786"/>
              <a:ext cx="314037" cy="314487"/>
              <a:chOff x="2009322" y="1446079"/>
              <a:chExt cx="314037" cy="314487"/>
            </a:xfrm>
          </p:grpSpPr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4E354C78-78AC-B9FC-FFE8-62639DD0D743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686501A7-0911-B505-D2AD-BA9F407504CD}"/>
                  </a:ext>
                </a:extLst>
              </p:cNvPr>
              <p:cNvCxnSpPr>
                <a:stCxn id="91" idx="0"/>
                <a:endCxn id="91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3BE8C4E9-61E6-0D2D-6F10-877C2FF10F03}"/>
                </a:ext>
              </a:extLst>
            </p:cNvPr>
            <p:cNvGrpSpPr/>
            <p:nvPr/>
          </p:nvGrpSpPr>
          <p:grpSpPr>
            <a:xfrm>
              <a:off x="8825376" y="1559214"/>
              <a:ext cx="587581" cy="3211452"/>
              <a:chOff x="3983300" y="1556184"/>
              <a:chExt cx="587581" cy="3211452"/>
            </a:xfrm>
          </p:grpSpPr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91E0834D-674C-C3F7-71BB-E8E91F434528}"/>
                  </a:ext>
                </a:extLst>
              </p:cNvPr>
              <p:cNvGrpSpPr/>
              <p:nvPr/>
            </p:nvGrpSpPr>
            <p:grpSpPr>
              <a:xfrm>
                <a:off x="3983300" y="4194593"/>
                <a:ext cx="587581" cy="573043"/>
                <a:chOff x="2418170" y="1705189"/>
                <a:chExt cx="587581" cy="573043"/>
              </a:xfrm>
            </p:grpSpPr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76CF7F6C-8D88-2596-6B6C-C6935737F23A}"/>
                    </a:ext>
                  </a:extLst>
                </p:cNvPr>
                <p:cNvSpPr/>
                <p:nvPr/>
              </p:nvSpPr>
              <p:spPr>
                <a:xfrm>
                  <a:off x="2418170" y="1705189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90" name="对象 89">
                  <a:extLst>
                    <a:ext uri="{FF2B5EF4-FFF2-40B4-BE49-F238E27FC236}">
                      <a16:creationId xmlns:a16="http://schemas.microsoft.com/office/drawing/2014/main" id="{075D8F3B-D288-09B5-94F3-90CDD9CB352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790" y="1858413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3" imgW="253800" imgH="164880" progId="Equation.DSMT4">
                        <p:embed/>
                      </p:oleObj>
                    </mc:Choice>
                    <mc:Fallback>
                      <p:oleObj name="Equation" r:id="rId23" imgW="253800" imgH="164880" progId="Equation.DSMT4">
                        <p:embed/>
                        <p:pic>
                          <p:nvPicPr>
                            <p:cNvPr id="283" name="对象 282">
                              <a:extLst>
                                <a:ext uri="{FF2B5EF4-FFF2-40B4-BE49-F238E27FC236}">
                                  <a16:creationId xmlns:a16="http://schemas.microsoft.com/office/drawing/2014/main" id="{60601E9E-D5CB-4A90-AD68-F5405A9B042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23790" y="1858413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0286C6C0-0321-CDD4-A589-F3275B0CFB7B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7D3F8341-BE2D-6E11-DEF3-101A9725247F}"/>
                  </a:ext>
                </a:extLst>
              </p:cNvPr>
              <p:cNvCxnSpPr>
                <a:cxnSpLocks/>
                <a:stCxn id="86" idx="4"/>
                <a:endCxn id="89" idx="0"/>
              </p:cNvCxnSpPr>
              <p:nvPr/>
            </p:nvCxnSpPr>
            <p:spPr>
              <a:xfrm>
                <a:off x="4263840" y="1642276"/>
                <a:ext cx="13251" cy="25523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ADD077A6-9990-1B7F-9064-91875C2B83FF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D39DABC1-F1AA-67CD-8D76-4DD128C60FC5}"/>
                </a:ext>
              </a:extLst>
            </p:cNvPr>
            <p:cNvGrpSpPr/>
            <p:nvPr/>
          </p:nvGrpSpPr>
          <p:grpSpPr>
            <a:xfrm>
              <a:off x="8615349" y="3372312"/>
              <a:ext cx="314037" cy="314487"/>
              <a:chOff x="2009322" y="1446079"/>
              <a:chExt cx="314037" cy="314487"/>
            </a:xfrm>
          </p:grpSpPr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E0793CF2-63BD-859F-D17C-940BEB9268AA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EC18674-B4EF-2D36-67E1-B572A72F3C4A}"/>
                  </a:ext>
                </a:extLst>
              </p:cNvPr>
              <p:cNvCxnSpPr>
                <a:stCxn id="83" idx="0"/>
                <a:endCxn id="83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510C50D-662D-8228-8335-3CBE00225ECD}"/>
                </a:ext>
              </a:extLst>
            </p:cNvPr>
            <p:cNvSpPr/>
            <p:nvPr/>
          </p:nvSpPr>
          <p:spPr>
            <a:xfrm>
              <a:off x="9069946" y="3487404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41EE3C73-7A34-7CD5-53A1-980CCCDB406E}"/>
                </a:ext>
              </a:extLst>
            </p:cNvPr>
            <p:cNvGrpSpPr/>
            <p:nvPr/>
          </p:nvGrpSpPr>
          <p:grpSpPr>
            <a:xfrm>
              <a:off x="9460393" y="1556184"/>
              <a:ext cx="587581" cy="3211452"/>
              <a:chOff x="3983300" y="1556184"/>
              <a:chExt cx="587581" cy="3211452"/>
            </a:xfrm>
          </p:grpSpPr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FC1C0889-7373-B096-1F7E-2C952B047277}"/>
                  </a:ext>
                </a:extLst>
              </p:cNvPr>
              <p:cNvGrpSpPr/>
              <p:nvPr/>
            </p:nvGrpSpPr>
            <p:grpSpPr>
              <a:xfrm>
                <a:off x="3983300" y="4194593"/>
                <a:ext cx="587581" cy="573043"/>
                <a:chOff x="2418170" y="1705189"/>
                <a:chExt cx="587581" cy="573043"/>
              </a:xfrm>
            </p:grpSpPr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1D23B969-A0AD-AEAD-2E61-58273F25B468}"/>
                    </a:ext>
                  </a:extLst>
                </p:cNvPr>
                <p:cNvSpPr/>
                <p:nvPr/>
              </p:nvSpPr>
              <p:spPr>
                <a:xfrm>
                  <a:off x="2418170" y="1705189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82" name="对象 81">
                  <a:extLst>
                    <a:ext uri="{FF2B5EF4-FFF2-40B4-BE49-F238E27FC236}">
                      <a16:creationId xmlns:a16="http://schemas.microsoft.com/office/drawing/2014/main" id="{8D5EF5CA-484E-D9CA-17D1-9AE0A4B991E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790" y="1858413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253800" imgH="164880" progId="Equation.DSMT4">
                        <p:embed/>
                      </p:oleObj>
                    </mc:Choice>
                    <mc:Fallback>
                      <p:oleObj name="Equation" r:id="rId24" imgW="253800" imgH="164880" progId="Equation.DSMT4">
                        <p:embed/>
                        <p:pic>
                          <p:nvPicPr>
                            <p:cNvPr id="294" name="对象 293">
                              <a:extLst>
                                <a:ext uri="{FF2B5EF4-FFF2-40B4-BE49-F238E27FC236}">
                                  <a16:creationId xmlns:a16="http://schemas.microsoft.com/office/drawing/2014/main" id="{51C29FBE-4AA9-440D-901D-5A181E54A00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23790" y="1858413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E53C7FD9-9A63-DBB6-9089-E849DF664D27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4072CEA0-4626-5514-CFD0-0192C384106A}"/>
                  </a:ext>
                </a:extLst>
              </p:cNvPr>
              <p:cNvCxnSpPr>
                <a:cxnSpLocks/>
                <a:stCxn id="78" idx="4"/>
                <a:endCxn id="81" idx="0"/>
              </p:cNvCxnSpPr>
              <p:nvPr/>
            </p:nvCxnSpPr>
            <p:spPr>
              <a:xfrm>
                <a:off x="4263840" y="1642276"/>
                <a:ext cx="13251" cy="25523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396665C0-DB66-AEF7-66E8-15E00F32F0CC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A68891D-1F69-6EAA-E2C7-FEE5C941650A}"/>
                </a:ext>
              </a:extLst>
            </p:cNvPr>
            <p:cNvSpPr/>
            <p:nvPr/>
          </p:nvSpPr>
          <p:spPr>
            <a:xfrm>
              <a:off x="9703644" y="3479986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56B6291F-C8D0-79F6-9437-FCE2A1E9BCB0}"/>
                </a:ext>
              </a:extLst>
            </p:cNvPr>
            <p:cNvGrpSpPr/>
            <p:nvPr/>
          </p:nvGrpSpPr>
          <p:grpSpPr>
            <a:xfrm>
              <a:off x="9283455" y="3366326"/>
              <a:ext cx="314037" cy="314487"/>
              <a:chOff x="2009322" y="1446079"/>
              <a:chExt cx="314037" cy="314487"/>
            </a:xfrm>
          </p:grpSpPr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CEDB2BAF-C1B8-A8EE-2E22-909F6FA8AC51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1B43619F-9966-5B56-25C0-6A431128C337}"/>
                  </a:ext>
                </a:extLst>
              </p:cNvPr>
              <p:cNvCxnSpPr>
                <a:stCxn id="75" idx="0"/>
                <a:endCxn id="75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C1F2FF9-EFA3-908F-64A1-614F2F156DBD}"/>
                </a:ext>
              </a:extLst>
            </p:cNvPr>
            <p:cNvGrpSpPr/>
            <p:nvPr/>
          </p:nvGrpSpPr>
          <p:grpSpPr>
            <a:xfrm>
              <a:off x="10116815" y="1556184"/>
              <a:ext cx="587581" cy="3211452"/>
              <a:chOff x="3983300" y="1556184"/>
              <a:chExt cx="587581" cy="3211452"/>
            </a:xfrm>
          </p:grpSpPr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C12F5002-40A0-2325-27EC-CED566DA8549}"/>
                  </a:ext>
                </a:extLst>
              </p:cNvPr>
              <p:cNvGrpSpPr/>
              <p:nvPr/>
            </p:nvGrpSpPr>
            <p:grpSpPr>
              <a:xfrm>
                <a:off x="3983300" y="4194593"/>
                <a:ext cx="587581" cy="573043"/>
                <a:chOff x="2418170" y="1705189"/>
                <a:chExt cx="587581" cy="573043"/>
              </a:xfrm>
            </p:grpSpPr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0F8FAE13-B2EC-1462-E14C-6287EB8ACA2D}"/>
                    </a:ext>
                  </a:extLst>
                </p:cNvPr>
                <p:cNvSpPr/>
                <p:nvPr/>
              </p:nvSpPr>
              <p:spPr>
                <a:xfrm>
                  <a:off x="2418170" y="1705189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74" name="对象 73">
                  <a:extLst>
                    <a:ext uri="{FF2B5EF4-FFF2-40B4-BE49-F238E27FC236}">
                      <a16:creationId xmlns:a16="http://schemas.microsoft.com/office/drawing/2014/main" id="{8B1699D2-4D77-7316-644D-FA4DD729FA2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790" y="1858413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253800" imgH="164880" progId="Equation.DSMT4">
                        <p:embed/>
                      </p:oleObj>
                    </mc:Choice>
                    <mc:Fallback>
                      <p:oleObj name="Equation" r:id="rId25" imgW="253800" imgH="164880" progId="Equation.DSMT4">
                        <p:embed/>
                        <p:pic>
                          <p:nvPicPr>
                            <p:cNvPr id="305" name="对象 304">
                              <a:extLst>
                                <a:ext uri="{FF2B5EF4-FFF2-40B4-BE49-F238E27FC236}">
                                  <a16:creationId xmlns:a16="http://schemas.microsoft.com/office/drawing/2014/main" id="{45F3A8CF-E96F-4D12-A2AC-6FCD8AF2048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23790" y="1858413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C8798795-61E1-2E75-04BF-8C14DB129549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2EC2A0CB-94C5-4482-10F8-97AF743B3573}"/>
                  </a:ext>
                </a:extLst>
              </p:cNvPr>
              <p:cNvCxnSpPr>
                <a:cxnSpLocks/>
                <a:stCxn id="70" idx="4"/>
                <a:endCxn id="73" idx="0"/>
              </p:cNvCxnSpPr>
              <p:nvPr/>
            </p:nvCxnSpPr>
            <p:spPr>
              <a:xfrm>
                <a:off x="4263840" y="1642276"/>
                <a:ext cx="13251" cy="25523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09DADAC2-FC61-65D3-2D39-C815F32201F9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B6096237-7D28-E522-D54F-EDEB7AC8D83A}"/>
                </a:ext>
              </a:extLst>
            </p:cNvPr>
            <p:cNvSpPr/>
            <p:nvPr/>
          </p:nvSpPr>
          <p:spPr>
            <a:xfrm>
              <a:off x="10360066" y="3490746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E33C6EF9-AA9E-E4E5-ECC8-21D82432D854}"/>
                </a:ext>
              </a:extLst>
            </p:cNvPr>
            <p:cNvGrpSpPr/>
            <p:nvPr/>
          </p:nvGrpSpPr>
          <p:grpSpPr>
            <a:xfrm>
              <a:off x="9917879" y="2444740"/>
              <a:ext cx="314037" cy="314487"/>
              <a:chOff x="2009322" y="1446079"/>
              <a:chExt cx="314037" cy="314487"/>
            </a:xfrm>
          </p:grpSpPr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C5B6EF74-3B4B-0775-D645-FDD0B4F9C87B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3FE5846E-FA8C-55B0-5C32-1F7410FBB2E2}"/>
                  </a:ext>
                </a:extLst>
              </p:cNvPr>
              <p:cNvCxnSpPr>
                <a:stCxn id="67" idx="0"/>
                <a:endCxn id="67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7AC5B3F4-71BA-3EC1-1D95-620E20A9AFDB}"/>
                </a:ext>
              </a:extLst>
            </p:cNvPr>
            <p:cNvGrpSpPr/>
            <p:nvPr/>
          </p:nvGrpSpPr>
          <p:grpSpPr>
            <a:xfrm>
              <a:off x="9939877" y="3377086"/>
              <a:ext cx="314037" cy="314487"/>
              <a:chOff x="2009322" y="1446079"/>
              <a:chExt cx="314037" cy="314487"/>
            </a:xfrm>
          </p:grpSpPr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7A043902-F760-E55B-DA49-CB7FD06B8C1B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2EDFF3A6-D30D-88CB-E66F-F0B871111E15}"/>
                  </a:ext>
                </a:extLst>
              </p:cNvPr>
              <p:cNvCxnSpPr>
                <a:stCxn id="65" idx="0"/>
                <a:endCxn id="65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6AD026D4-638F-92EB-EA39-F473F555B4F4}"/>
                </a:ext>
              </a:extLst>
            </p:cNvPr>
            <p:cNvGrpSpPr/>
            <p:nvPr/>
          </p:nvGrpSpPr>
          <p:grpSpPr>
            <a:xfrm>
              <a:off x="10758661" y="1562945"/>
              <a:ext cx="587581" cy="3211452"/>
              <a:chOff x="3983300" y="1556184"/>
              <a:chExt cx="587581" cy="3211452"/>
            </a:xfrm>
          </p:grpSpPr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793C340D-2CD6-BF71-9043-D5E14417EB1B}"/>
                  </a:ext>
                </a:extLst>
              </p:cNvPr>
              <p:cNvGrpSpPr/>
              <p:nvPr/>
            </p:nvGrpSpPr>
            <p:grpSpPr>
              <a:xfrm>
                <a:off x="3983300" y="4194593"/>
                <a:ext cx="587581" cy="573043"/>
                <a:chOff x="2418170" y="1705189"/>
                <a:chExt cx="587581" cy="573043"/>
              </a:xfrm>
            </p:grpSpPr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A1AB2060-E367-A52E-D23B-1AA8D1C7B346}"/>
                    </a:ext>
                  </a:extLst>
                </p:cNvPr>
                <p:cNvSpPr/>
                <p:nvPr/>
              </p:nvSpPr>
              <p:spPr>
                <a:xfrm>
                  <a:off x="2418170" y="1705189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64" name="对象 63">
                  <a:extLst>
                    <a:ext uri="{FF2B5EF4-FFF2-40B4-BE49-F238E27FC236}">
                      <a16:creationId xmlns:a16="http://schemas.microsoft.com/office/drawing/2014/main" id="{02ED3072-1326-B020-85EE-50D9814A77E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790" y="1858413"/>
                <a:ext cx="377825" cy="258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6" imgW="253800" imgH="164880" progId="Equation.DSMT4">
                        <p:embed/>
                      </p:oleObj>
                    </mc:Choice>
                    <mc:Fallback>
                      <p:oleObj name="Equation" r:id="rId26" imgW="253800" imgH="164880" progId="Equation.DSMT4">
                        <p:embed/>
                        <p:pic>
                          <p:nvPicPr>
                            <p:cNvPr id="319" name="对象 318">
                              <a:extLst>
                                <a:ext uri="{FF2B5EF4-FFF2-40B4-BE49-F238E27FC236}">
                                  <a16:creationId xmlns:a16="http://schemas.microsoft.com/office/drawing/2014/main" id="{75A04A9F-D8CB-4DAF-8F3E-56384717930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23790" y="1858413"/>
                              <a:ext cx="377825" cy="25876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CB9C8169-B20A-7757-817E-9AF515F0C619}"/>
                  </a:ext>
                </a:extLst>
              </p:cNvPr>
              <p:cNvSpPr/>
              <p:nvPr/>
            </p:nvSpPr>
            <p:spPr>
              <a:xfrm>
                <a:off x="4221242" y="155618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81DB403B-B017-6C8E-6CD7-C8D9AF8C4304}"/>
                  </a:ext>
                </a:extLst>
              </p:cNvPr>
              <p:cNvCxnSpPr>
                <a:cxnSpLocks/>
                <a:stCxn id="60" idx="4"/>
                <a:endCxn id="63" idx="0"/>
              </p:cNvCxnSpPr>
              <p:nvPr/>
            </p:nvCxnSpPr>
            <p:spPr>
              <a:xfrm>
                <a:off x="4263840" y="1642276"/>
                <a:ext cx="13251" cy="255231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212F49EF-D3A2-99D8-1DCF-652DDED7E4F0}"/>
                  </a:ext>
                </a:extLst>
              </p:cNvPr>
              <p:cNvSpPr/>
              <p:nvPr/>
            </p:nvSpPr>
            <p:spPr>
              <a:xfrm>
                <a:off x="4227869" y="2543474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DE2F1D1E-FA08-0868-EBCE-696C95BD707F}"/>
                </a:ext>
              </a:extLst>
            </p:cNvPr>
            <p:cNvSpPr/>
            <p:nvPr/>
          </p:nvSpPr>
          <p:spPr>
            <a:xfrm>
              <a:off x="11001912" y="348674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95A131E8-91C6-3CFD-8955-0E2CDE31F379}"/>
                </a:ext>
              </a:extLst>
            </p:cNvPr>
            <p:cNvGrpSpPr/>
            <p:nvPr/>
          </p:nvGrpSpPr>
          <p:grpSpPr>
            <a:xfrm>
              <a:off x="10581723" y="3373087"/>
              <a:ext cx="314037" cy="314487"/>
              <a:chOff x="2009322" y="1446079"/>
              <a:chExt cx="314037" cy="314487"/>
            </a:xfrm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25E18C0C-E86A-099D-671F-69EAC84B9EE6}"/>
                  </a:ext>
                </a:extLst>
              </p:cNvPr>
              <p:cNvSpPr/>
              <p:nvPr/>
            </p:nvSpPr>
            <p:spPr>
              <a:xfrm>
                <a:off x="2009322" y="1446079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4B4198D5-F64B-9983-2A78-D4D9F8A482AC}"/>
                  </a:ext>
                </a:extLst>
              </p:cNvPr>
              <p:cNvCxnSpPr>
                <a:stCxn id="57" idx="0"/>
                <a:endCxn id="57" idx="4"/>
              </p:cNvCxnSpPr>
              <p:nvPr/>
            </p:nvCxnSpPr>
            <p:spPr>
              <a:xfrm>
                <a:off x="2166341" y="1446079"/>
                <a:ext cx="0" cy="3144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28B34FF5-46A4-E6CA-E6D6-FF3F2B97109B}"/>
              </a:ext>
            </a:extLst>
          </p:cNvPr>
          <p:cNvGrpSpPr/>
          <p:nvPr/>
        </p:nvGrpSpPr>
        <p:grpSpPr>
          <a:xfrm>
            <a:off x="282768" y="3667266"/>
            <a:ext cx="6516316" cy="3169919"/>
            <a:chOff x="2292282" y="1384993"/>
            <a:chExt cx="6516316" cy="3169919"/>
          </a:xfrm>
        </p:grpSpPr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BE2B5BF8-8D87-8726-4CDE-5ABB0D85C9F4}"/>
                </a:ext>
              </a:extLst>
            </p:cNvPr>
            <p:cNvSpPr/>
            <p:nvPr/>
          </p:nvSpPr>
          <p:spPr>
            <a:xfrm>
              <a:off x="7457300" y="1384994"/>
              <a:ext cx="1351298" cy="31699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B37268FF-BBB8-5DB9-2F34-9DB54996A540}"/>
                </a:ext>
              </a:extLst>
            </p:cNvPr>
            <p:cNvSpPr/>
            <p:nvPr/>
          </p:nvSpPr>
          <p:spPr>
            <a:xfrm>
              <a:off x="4686033" y="1384993"/>
              <a:ext cx="2517071" cy="316991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A8DE640D-1C28-40FA-480E-019B7B7AD18D}"/>
                </a:ext>
              </a:extLst>
            </p:cNvPr>
            <p:cNvSpPr/>
            <p:nvPr/>
          </p:nvSpPr>
          <p:spPr>
            <a:xfrm>
              <a:off x="3063778" y="1384993"/>
              <a:ext cx="1351298" cy="31699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6FA524AA-002A-C8A3-0B62-90E882B77F89}"/>
                </a:ext>
              </a:extLst>
            </p:cNvPr>
            <p:cNvGrpSpPr/>
            <p:nvPr/>
          </p:nvGrpSpPr>
          <p:grpSpPr>
            <a:xfrm>
              <a:off x="2871169" y="1776588"/>
              <a:ext cx="4663431" cy="2173188"/>
              <a:chOff x="1742799" y="1417756"/>
              <a:chExt cx="5166000" cy="2173188"/>
            </a:xfrm>
          </p:grpSpPr>
          <p:cxnSp>
            <p:nvCxnSpPr>
              <p:cNvPr id="209" name="直接连接符 208">
                <a:extLst>
                  <a:ext uri="{FF2B5EF4-FFF2-40B4-BE49-F238E27FC236}">
                    <a16:creationId xmlns:a16="http://schemas.microsoft.com/office/drawing/2014/main" id="{704214AA-5564-0461-7DBB-8BA0421F50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1417756"/>
                <a:ext cx="516600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>
                <a:extLst>
                  <a:ext uri="{FF2B5EF4-FFF2-40B4-BE49-F238E27FC236}">
                    <a16:creationId xmlns:a16="http://schemas.microsoft.com/office/drawing/2014/main" id="{BE6227E2-C92F-6DB1-5833-A6C9A7B8B6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2515930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>
                <a:extLst>
                  <a:ext uri="{FF2B5EF4-FFF2-40B4-BE49-F238E27FC236}">
                    <a16:creationId xmlns:a16="http://schemas.microsoft.com/office/drawing/2014/main" id="{5968C8B9-C2DB-86AF-98A8-37D13D6906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3590944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248FE39B-DDFC-5650-1F8B-D32E37DD8E37}"/>
                </a:ext>
              </a:extLst>
            </p:cNvPr>
            <p:cNvGrpSpPr/>
            <p:nvPr/>
          </p:nvGrpSpPr>
          <p:grpSpPr>
            <a:xfrm>
              <a:off x="7863710" y="1664254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3B514E7D-A720-D8AF-F330-FEC179911B14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弧形 206">
                <a:extLst>
                  <a:ext uri="{FF2B5EF4-FFF2-40B4-BE49-F238E27FC236}">
                    <a16:creationId xmlns:a16="http://schemas.microsoft.com/office/drawing/2014/main" id="{D3903D31-1C9E-89D6-DD41-0AB32D338AA8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8" name="直接箭头连接符 207">
                <a:extLst>
                  <a:ext uri="{FF2B5EF4-FFF2-40B4-BE49-F238E27FC236}">
                    <a16:creationId xmlns:a16="http://schemas.microsoft.com/office/drawing/2014/main" id="{477D0C0C-4308-5280-D4BB-37007446EB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547BE2BD-F471-E90F-0375-4B0D9218E48A}"/>
                </a:ext>
              </a:extLst>
            </p:cNvPr>
            <p:cNvGrpSpPr/>
            <p:nvPr/>
          </p:nvGrpSpPr>
          <p:grpSpPr>
            <a:xfrm>
              <a:off x="7863710" y="2698973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id="{0968A15D-C821-71BA-9EAF-71201830B34D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弧形 203">
                <a:extLst>
                  <a:ext uri="{FF2B5EF4-FFF2-40B4-BE49-F238E27FC236}">
                    <a16:creationId xmlns:a16="http://schemas.microsoft.com/office/drawing/2014/main" id="{5EAADB82-3FBD-0EBF-E15F-60A8083EC497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1B1ED7A6-05CA-DAF4-8990-A446A324BC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8529FD7E-62E2-C9E8-D74A-9310B17F6162}"/>
                </a:ext>
              </a:extLst>
            </p:cNvPr>
            <p:cNvGrpSpPr/>
            <p:nvPr/>
          </p:nvGrpSpPr>
          <p:grpSpPr>
            <a:xfrm>
              <a:off x="7863710" y="3733692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BBA90202-AE67-BCBD-C858-B2E8EE63B0E5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弧形 200">
                <a:extLst>
                  <a:ext uri="{FF2B5EF4-FFF2-40B4-BE49-F238E27FC236}">
                    <a16:creationId xmlns:a16="http://schemas.microsoft.com/office/drawing/2014/main" id="{BCA51545-F6D7-3182-7999-E18C1F61EF35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2" name="直接箭头连接符 201">
                <a:extLst>
                  <a:ext uri="{FF2B5EF4-FFF2-40B4-BE49-F238E27FC236}">
                    <a16:creationId xmlns:a16="http://schemas.microsoft.com/office/drawing/2014/main" id="{E6D9A34A-F88A-60E8-B5FF-8C73FA77A3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矩形 190">
                  <a:extLst>
                    <a:ext uri="{FF2B5EF4-FFF2-40B4-BE49-F238E27FC236}">
                      <a16:creationId xmlns:a16="http://schemas.microsoft.com/office/drawing/2014/main" id="{5FBB6897-0E72-EE5D-4903-372A31303982}"/>
                    </a:ext>
                  </a:extLst>
                </p:cNvPr>
                <p:cNvSpPr/>
                <p:nvPr/>
              </p:nvSpPr>
              <p:spPr>
                <a:xfrm>
                  <a:off x="3351316" y="1551731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矩形 190">
                  <a:extLst>
                    <a:ext uri="{FF2B5EF4-FFF2-40B4-BE49-F238E27FC236}">
                      <a16:creationId xmlns:a16="http://schemas.microsoft.com/office/drawing/2014/main" id="{5FBB6897-0E72-EE5D-4903-372A313039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316" y="1551731"/>
                  <a:ext cx="727127" cy="573043"/>
                </a:xfrm>
                <a:prstGeom prst="rect">
                  <a:avLst/>
                </a:prstGeom>
                <a:blipFill>
                  <a:blip r:embed="rId27"/>
                  <a:stretch>
                    <a:fillRect l="-163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矩形 191">
                  <a:extLst>
                    <a:ext uri="{FF2B5EF4-FFF2-40B4-BE49-F238E27FC236}">
                      <a16:creationId xmlns:a16="http://schemas.microsoft.com/office/drawing/2014/main" id="{8A62D646-39C0-B41E-C8A8-1D9C3483E821}"/>
                    </a:ext>
                  </a:extLst>
                </p:cNvPr>
                <p:cNvSpPr/>
                <p:nvPr/>
              </p:nvSpPr>
              <p:spPr>
                <a:xfrm>
                  <a:off x="3351316" y="3644857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矩形 191">
                  <a:extLst>
                    <a:ext uri="{FF2B5EF4-FFF2-40B4-BE49-F238E27FC236}">
                      <a16:creationId xmlns:a16="http://schemas.microsoft.com/office/drawing/2014/main" id="{8A62D646-39C0-B41E-C8A8-1D9C3483E8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316" y="3644857"/>
                  <a:ext cx="727127" cy="573043"/>
                </a:xfrm>
                <a:prstGeom prst="rect">
                  <a:avLst/>
                </a:prstGeom>
                <a:blipFill>
                  <a:blip r:embed="rId28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E7A463A5-7361-8C63-D523-0CBE70CC0B67}"/>
                    </a:ext>
                  </a:extLst>
                </p:cNvPr>
                <p:cNvSpPr/>
                <p:nvPr/>
              </p:nvSpPr>
              <p:spPr>
                <a:xfrm>
                  <a:off x="3351316" y="2598294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E7A463A5-7361-8C63-D523-0CBE70CC0B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316" y="2598294"/>
                  <a:ext cx="727127" cy="573043"/>
                </a:xfrm>
                <a:prstGeom prst="rect">
                  <a:avLst/>
                </a:prstGeom>
                <a:blipFill>
                  <a:blip r:embed="rId29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矩形 193">
                  <a:extLst>
                    <a:ext uri="{FF2B5EF4-FFF2-40B4-BE49-F238E27FC236}">
                      <a16:creationId xmlns:a16="http://schemas.microsoft.com/office/drawing/2014/main" id="{164314E1-66A0-A841-9213-230770962FD8}"/>
                    </a:ext>
                  </a:extLst>
                </p:cNvPr>
                <p:cNvSpPr/>
                <p:nvPr/>
              </p:nvSpPr>
              <p:spPr>
                <a:xfrm>
                  <a:off x="5003039" y="1512691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矩形 193">
                  <a:extLst>
                    <a:ext uri="{FF2B5EF4-FFF2-40B4-BE49-F238E27FC236}">
                      <a16:creationId xmlns:a16="http://schemas.microsoft.com/office/drawing/2014/main" id="{164314E1-66A0-A841-9213-230770962F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3039" y="1512691"/>
                  <a:ext cx="727889" cy="663286"/>
                </a:xfrm>
                <a:prstGeom prst="rect">
                  <a:avLst/>
                </a:prstGeom>
                <a:blipFill>
                  <a:blip r:embed="rId30"/>
                  <a:stretch>
                    <a:fillRect l="-820" r="-6557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矩形 194">
                  <a:extLst>
                    <a:ext uri="{FF2B5EF4-FFF2-40B4-BE49-F238E27FC236}">
                      <a16:creationId xmlns:a16="http://schemas.microsoft.com/office/drawing/2014/main" id="{9A2A762E-E5E6-F7E1-E873-33BF2B4313CD}"/>
                    </a:ext>
                  </a:extLst>
                </p:cNvPr>
                <p:cNvSpPr/>
                <p:nvPr/>
              </p:nvSpPr>
              <p:spPr>
                <a:xfrm>
                  <a:off x="6099823" y="2599301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5" name="矩形 194">
                  <a:extLst>
                    <a:ext uri="{FF2B5EF4-FFF2-40B4-BE49-F238E27FC236}">
                      <a16:creationId xmlns:a16="http://schemas.microsoft.com/office/drawing/2014/main" id="{9A2A762E-E5E6-F7E1-E873-33BF2B4313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9823" y="2599301"/>
                  <a:ext cx="727889" cy="1618599"/>
                </a:xfrm>
                <a:prstGeom prst="rect">
                  <a:avLst/>
                </a:prstGeom>
                <a:blipFill>
                  <a:blip r:embed="rId31"/>
                  <a:stretch>
                    <a:fillRect l="-820" r="-7377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46D619F9-CD09-0949-12F4-4D942280E04A}"/>
                    </a:ext>
                  </a:extLst>
                </p:cNvPr>
                <p:cNvSpPr txBox="1"/>
                <p:nvPr/>
              </p:nvSpPr>
              <p:spPr>
                <a:xfrm>
                  <a:off x="2292282" y="2656319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46D619F9-CD09-0949-12F4-4D942280E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2282" y="2656319"/>
                  <a:ext cx="543358" cy="338554"/>
                </a:xfrm>
                <a:prstGeom prst="rect">
                  <a:avLst/>
                </a:prstGeom>
                <a:blipFill>
                  <a:blip r:embed="rId32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84466609-15FA-F833-2B57-D06AD4A34B90}"/>
                    </a:ext>
                  </a:extLst>
                </p:cNvPr>
                <p:cNvSpPr txBox="1"/>
                <p:nvPr/>
              </p:nvSpPr>
              <p:spPr>
                <a:xfrm>
                  <a:off x="2292282" y="1584534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84466609-15FA-F833-2B57-D06AD4A34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2282" y="1584534"/>
                  <a:ext cx="543358" cy="338554"/>
                </a:xfrm>
                <a:prstGeom prst="rect">
                  <a:avLst/>
                </a:prstGeom>
                <a:blipFill>
                  <a:blip r:embed="rId33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5DF31456-1EC3-17F6-13B4-9D838FC537E4}"/>
                    </a:ext>
                  </a:extLst>
                </p:cNvPr>
                <p:cNvSpPr txBox="1"/>
                <p:nvPr/>
              </p:nvSpPr>
              <p:spPr>
                <a:xfrm>
                  <a:off x="2292282" y="3728103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5DF31456-1EC3-17F6-13B4-9D838FC53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2282" y="3728103"/>
                  <a:ext cx="543358" cy="338554"/>
                </a:xfrm>
                <a:prstGeom prst="rect">
                  <a:avLst/>
                </a:prstGeom>
                <a:blipFill>
                  <a:blip r:embed="rId34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矩形 198">
                  <a:extLst>
                    <a:ext uri="{FF2B5EF4-FFF2-40B4-BE49-F238E27FC236}">
                      <a16:creationId xmlns:a16="http://schemas.microsoft.com/office/drawing/2014/main" id="{34CD4811-E98C-0CDB-2BE5-EFFBAE5F224B}"/>
                    </a:ext>
                  </a:extLst>
                </p:cNvPr>
                <p:cNvSpPr/>
                <p:nvPr/>
              </p:nvSpPr>
              <p:spPr>
                <a:xfrm>
                  <a:off x="5003039" y="2598294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矩形 198">
                  <a:extLst>
                    <a:ext uri="{FF2B5EF4-FFF2-40B4-BE49-F238E27FC236}">
                      <a16:creationId xmlns:a16="http://schemas.microsoft.com/office/drawing/2014/main" id="{34CD4811-E98C-0CDB-2BE5-EFFBAE5F22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3039" y="2598294"/>
                  <a:ext cx="727889" cy="663286"/>
                </a:xfrm>
                <a:prstGeom prst="rect">
                  <a:avLst/>
                </a:prstGeom>
                <a:blipFill>
                  <a:blip r:embed="rId35"/>
                  <a:stretch>
                    <a:fillRect l="-820" r="-7377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102B2C4C-926C-4DAE-18A3-64F875C5F4D9}"/>
              </a:ext>
            </a:extLst>
          </p:cNvPr>
          <p:cNvGrpSpPr/>
          <p:nvPr/>
        </p:nvGrpSpPr>
        <p:grpSpPr>
          <a:xfrm>
            <a:off x="7272348" y="3589029"/>
            <a:ext cx="4127677" cy="3121483"/>
            <a:chOff x="5050899" y="1571532"/>
            <a:chExt cx="4127677" cy="3121483"/>
          </a:xfrm>
        </p:grpSpPr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DD5F26E6-D95D-1D2D-446B-B517813B19A3}"/>
                </a:ext>
              </a:extLst>
            </p:cNvPr>
            <p:cNvSpPr txBox="1"/>
            <p:nvPr/>
          </p:nvSpPr>
          <p:spPr>
            <a:xfrm>
              <a:off x="5050899" y="4411668"/>
              <a:ext cx="7617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客户端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A0312259-4A84-CC73-547F-00197362318C}"/>
                </a:ext>
              </a:extLst>
            </p:cNvPr>
            <p:cNvSpPr txBox="1"/>
            <p:nvPr/>
          </p:nvSpPr>
          <p:spPr>
            <a:xfrm>
              <a:off x="6726939" y="4407512"/>
              <a:ext cx="7617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客户端 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278EFEC5-C831-5BB6-98D2-B30360D114A0}"/>
                    </a:ext>
                  </a:extLst>
                </p:cNvPr>
                <p:cNvSpPr txBox="1"/>
                <p:nvPr/>
              </p:nvSpPr>
              <p:spPr>
                <a:xfrm>
                  <a:off x="8402979" y="4416016"/>
                  <a:ext cx="77559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客户端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278EFEC5-C831-5BB6-98D2-B30360D11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979" y="4416016"/>
                  <a:ext cx="775597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787"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C4661E3E-A6D4-BB01-B4B3-5BF03F9AD0E8}"/>
                </a:ext>
              </a:extLst>
            </p:cNvPr>
            <p:cNvSpPr txBox="1"/>
            <p:nvPr/>
          </p:nvSpPr>
          <p:spPr>
            <a:xfrm>
              <a:off x="7751976" y="3934906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1D54DD97-8CFC-3E1E-D3B7-04B07C501F7E}"/>
                </a:ext>
              </a:extLst>
            </p:cNvPr>
            <p:cNvSpPr txBox="1"/>
            <p:nvPr/>
          </p:nvSpPr>
          <p:spPr>
            <a:xfrm>
              <a:off x="6707702" y="157153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服务器端</a:t>
              </a:r>
            </a:p>
          </p:txBody>
        </p:sp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D32DBF18-D451-088F-6366-A8C39912F279}"/>
                </a:ext>
              </a:extLst>
            </p:cNvPr>
            <p:cNvGrpSpPr/>
            <p:nvPr/>
          </p:nvGrpSpPr>
          <p:grpSpPr>
            <a:xfrm rot="16200000">
              <a:off x="6590922" y="1715623"/>
              <a:ext cx="1080966" cy="3086999"/>
              <a:chOff x="4633659" y="2341785"/>
              <a:chExt cx="1597381" cy="3086999"/>
            </a:xfrm>
          </p:grpSpPr>
          <p:cxnSp>
            <p:nvCxnSpPr>
              <p:cNvPr id="237" name="直接箭头连接符 236">
                <a:extLst>
                  <a:ext uri="{FF2B5EF4-FFF2-40B4-BE49-F238E27FC236}">
                    <a16:creationId xmlns:a16="http://schemas.microsoft.com/office/drawing/2014/main" id="{F0B6018E-69D1-11A1-4A86-ACC2F2B3A02E}"/>
                  </a:ext>
                </a:extLst>
              </p:cNvPr>
              <p:cNvCxnSpPr/>
              <p:nvPr/>
            </p:nvCxnSpPr>
            <p:spPr>
              <a:xfrm>
                <a:off x="4690332" y="2341785"/>
                <a:ext cx="1472411" cy="7082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86D41D14-C757-D880-933F-716318DF1D4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983073" y="4138561"/>
                <a:ext cx="809896" cy="150872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49C2F26D-C2FA-EE66-EFF3-C611FB1189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3659" y="3719681"/>
                <a:ext cx="139624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箭头连接符 239">
                <a:extLst>
                  <a:ext uri="{FF2B5EF4-FFF2-40B4-BE49-F238E27FC236}">
                    <a16:creationId xmlns:a16="http://schemas.microsoft.com/office/drawing/2014/main" id="{2B84FE7B-22ED-1B4D-06CD-8017690ABE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82840" y="2554136"/>
                <a:ext cx="1459542" cy="6607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箭头连接符 240">
                <a:extLst>
                  <a:ext uri="{FF2B5EF4-FFF2-40B4-BE49-F238E27FC236}">
                    <a16:creationId xmlns:a16="http://schemas.microsoft.com/office/drawing/2014/main" id="{95D46387-2138-E1CA-267C-8ED5F2211D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3659" y="3894344"/>
                <a:ext cx="1396242" cy="74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箭头连接符 241">
                <a:extLst>
                  <a:ext uri="{FF2B5EF4-FFF2-40B4-BE49-F238E27FC236}">
                    <a16:creationId xmlns:a16="http://schemas.microsoft.com/office/drawing/2014/main" id="{81076FF5-A5C5-1AC7-D974-F3BB0B795F2C}"/>
                  </a:ext>
                </a:extLst>
              </p:cNvPr>
              <p:cNvCxnSpPr/>
              <p:nvPr/>
            </p:nvCxnSpPr>
            <p:spPr>
              <a:xfrm flipV="1">
                <a:off x="4661761" y="4568545"/>
                <a:ext cx="1569279" cy="8602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823D3D6F-3338-3E7A-F633-7C787D14E5BF}"/>
                </a:ext>
              </a:extLst>
            </p:cNvPr>
            <p:cNvGrpSpPr/>
            <p:nvPr/>
          </p:nvGrpSpPr>
          <p:grpSpPr>
            <a:xfrm>
              <a:off x="6745560" y="1985622"/>
              <a:ext cx="724501" cy="732545"/>
              <a:chOff x="3145809" y="941695"/>
              <a:chExt cx="1116857" cy="1132763"/>
            </a:xfrm>
          </p:grpSpPr>
          <p:sp>
            <p:nvSpPr>
              <p:cNvPr id="229" name="立方体 228">
                <a:extLst>
                  <a:ext uri="{FF2B5EF4-FFF2-40B4-BE49-F238E27FC236}">
                    <a16:creationId xmlns:a16="http://schemas.microsoft.com/office/drawing/2014/main" id="{B900FF9D-62D5-8A11-6F4A-49BA166B2CF1}"/>
                  </a:ext>
                </a:extLst>
              </p:cNvPr>
              <p:cNvSpPr/>
              <p:nvPr/>
            </p:nvSpPr>
            <p:spPr>
              <a:xfrm>
                <a:off x="3145809" y="941695"/>
                <a:ext cx="866633" cy="1132763"/>
              </a:xfrm>
              <a:prstGeom prst="cube">
                <a:avLst>
                  <a:gd name="adj" fmla="val 47253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圆柱体 229">
                <a:extLst>
                  <a:ext uri="{FF2B5EF4-FFF2-40B4-BE49-F238E27FC236}">
                    <a16:creationId xmlns:a16="http://schemas.microsoft.com/office/drawing/2014/main" id="{D30A0EC8-04E1-4E9A-35D1-778DF291A2B4}"/>
                  </a:ext>
                </a:extLst>
              </p:cNvPr>
              <p:cNvSpPr/>
              <p:nvPr/>
            </p:nvSpPr>
            <p:spPr>
              <a:xfrm>
                <a:off x="3762217" y="1433017"/>
                <a:ext cx="500449" cy="528248"/>
              </a:xfrm>
              <a:prstGeom prst="can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1" name="直接连接符 230">
                <a:extLst>
                  <a:ext uri="{FF2B5EF4-FFF2-40B4-BE49-F238E27FC236}">
                    <a16:creationId xmlns:a16="http://schemas.microsoft.com/office/drawing/2014/main" id="{BC3EA479-DCA2-1C08-71D2-47D59D68DF96}"/>
                  </a:ext>
                </a:extLst>
              </p:cNvPr>
              <p:cNvCxnSpPr>
                <a:stCxn id="229" idx="2"/>
                <a:endCxn id="229" idx="4"/>
              </p:cNvCxnSpPr>
              <p:nvPr/>
            </p:nvCxnSpPr>
            <p:spPr>
              <a:xfrm>
                <a:off x="3145809" y="1712832"/>
                <a:ext cx="457123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2" name="椭圆 231">
                <a:extLst>
                  <a:ext uri="{FF2B5EF4-FFF2-40B4-BE49-F238E27FC236}">
                    <a16:creationId xmlns:a16="http://schemas.microsoft.com/office/drawing/2014/main" id="{33F2745E-A452-7424-5D20-954C0877FCE0}"/>
                  </a:ext>
                </a:extLst>
              </p:cNvPr>
              <p:cNvSpPr/>
              <p:nvPr/>
            </p:nvSpPr>
            <p:spPr>
              <a:xfrm>
                <a:off x="3762217" y="1653333"/>
                <a:ext cx="500449" cy="118998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41011C4F-919F-E2C6-AE9D-093C089EAE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811892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>
                <a:extLst>
                  <a:ext uri="{FF2B5EF4-FFF2-40B4-BE49-F238E27FC236}">
                    <a16:creationId xmlns:a16="http://schemas.microsoft.com/office/drawing/2014/main" id="{7E934BD8-96F7-41C3-B353-0E35B17E9F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882377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F2669CC5-1E02-23E2-EB53-5349CCFED9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961265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>
                <a:extLst>
                  <a:ext uri="{FF2B5EF4-FFF2-40B4-BE49-F238E27FC236}">
                    <a16:creationId xmlns:a16="http://schemas.microsoft.com/office/drawing/2014/main" id="{DD47E083-E3CA-AC55-DD34-890309EED0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4210" y="1429990"/>
                <a:ext cx="127586" cy="302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9123A8D9-AE10-BD07-6944-851A47BA995F}"/>
                </a:ext>
              </a:extLst>
            </p:cNvPr>
            <p:cNvGrpSpPr/>
            <p:nvPr/>
          </p:nvGrpSpPr>
          <p:grpSpPr>
            <a:xfrm>
              <a:off x="5399144" y="3843428"/>
              <a:ext cx="377521" cy="491650"/>
              <a:chOff x="2722478" y="659311"/>
              <a:chExt cx="573710" cy="787350"/>
            </a:xfrm>
          </p:grpSpPr>
          <p:sp>
            <p:nvSpPr>
              <p:cNvPr id="227" name="任意多边形: 形状 226">
                <a:extLst>
                  <a:ext uri="{FF2B5EF4-FFF2-40B4-BE49-F238E27FC236}">
                    <a16:creationId xmlns:a16="http://schemas.microsoft.com/office/drawing/2014/main" id="{E708A02A-2B92-1FE8-D1AA-5A87829564AD}"/>
                  </a:ext>
                </a:extLst>
              </p:cNvPr>
              <p:cNvSpPr/>
              <p:nvPr/>
            </p:nvSpPr>
            <p:spPr>
              <a:xfrm rot="16200000">
                <a:off x="2796932" y="947406"/>
                <a:ext cx="424801" cy="573710"/>
              </a:xfrm>
              <a:custGeom>
                <a:avLst/>
                <a:gdLst>
                  <a:gd name="connsiteX0" fmla="*/ 0 w 642972"/>
                  <a:gd name="connsiteY0" fmla="*/ 0 h 731978"/>
                  <a:gd name="connsiteX1" fmla="*/ 125616 w 642972"/>
                  <a:gd name="connsiteY1" fmla="*/ 7158 h 731978"/>
                  <a:gd name="connsiteX2" fmla="*/ 642972 w 642972"/>
                  <a:gd name="connsiteY2" fmla="*/ 365989 h 731978"/>
                  <a:gd name="connsiteX3" fmla="*/ 125616 w 642972"/>
                  <a:gd name="connsiteY3" fmla="*/ 724820 h 731978"/>
                  <a:gd name="connsiteX4" fmla="*/ 0 w 642972"/>
                  <a:gd name="connsiteY4" fmla="*/ 731978 h 731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72" h="731978">
                    <a:moveTo>
                      <a:pt x="0" y="0"/>
                    </a:moveTo>
                    <a:lnTo>
                      <a:pt x="125616" y="7158"/>
                    </a:lnTo>
                    <a:cubicBezTo>
                      <a:pt x="420871" y="41312"/>
                      <a:pt x="642972" y="188989"/>
                      <a:pt x="642972" y="365989"/>
                    </a:cubicBezTo>
                    <a:cubicBezTo>
                      <a:pt x="642972" y="542989"/>
                      <a:pt x="420871" y="690666"/>
                      <a:pt x="125616" y="724820"/>
                    </a:cubicBezTo>
                    <a:lnTo>
                      <a:pt x="0" y="7319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流程图: 接点 227">
                <a:extLst>
                  <a:ext uri="{FF2B5EF4-FFF2-40B4-BE49-F238E27FC236}">
                    <a16:creationId xmlns:a16="http://schemas.microsoft.com/office/drawing/2014/main" id="{9138A70B-5CD5-193C-0691-B6AFE6F2B7FD}"/>
                  </a:ext>
                </a:extLst>
              </p:cNvPr>
              <p:cNvSpPr/>
              <p:nvPr/>
            </p:nvSpPr>
            <p:spPr>
              <a:xfrm>
                <a:off x="2797792" y="659311"/>
                <a:ext cx="423080" cy="424800"/>
              </a:xfrm>
              <a:prstGeom prst="flowChartConnector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1" name="组合 220">
              <a:extLst>
                <a:ext uri="{FF2B5EF4-FFF2-40B4-BE49-F238E27FC236}">
                  <a16:creationId xmlns:a16="http://schemas.microsoft.com/office/drawing/2014/main" id="{169796BA-3B00-EC7F-99E0-10D945F2D7F2}"/>
                </a:ext>
              </a:extLst>
            </p:cNvPr>
            <p:cNvGrpSpPr/>
            <p:nvPr/>
          </p:nvGrpSpPr>
          <p:grpSpPr>
            <a:xfrm>
              <a:off x="6930220" y="3847400"/>
              <a:ext cx="377521" cy="491650"/>
              <a:chOff x="2722478" y="659311"/>
              <a:chExt cx="573710" cy="787350"/>
            </a:xfrm>
          </p:grpSpPr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4AFABA3A-6FD8-933D-0C3F-504B3D01D8B9}"/>
                  </a:ext>
                </a:extLst>
              </p:cNvPr>
              <p:cNvSpPr/>
              <p:nvPr/>
            </p:nvSpPr>
            <p:spPr>
              <a:xfrm rot="16200000">
                <a:off x="2796932" y="947406"/>
                <a:ext cx="424801" cy="573710"/>
              </a:xfrm>
              <a:custGeom>
                <a:avLst/>
                <a:gdLst>
                  <a:gd name="connsiteX0" fmla="*/ 0 w 642972"/>
                  <a:gd name="connsiteY0" fmla="*/ 0 h 731978"/>
                  <a:gd name="connsiteX1" fmla="*/ 125616 w 642972"/>
                  <a:gd name="connsiteY1" fmla="*/ 7158 h 731978"/>
                  <a:gd name="connsiteX2" fmla="*/ 642972 w 642972"/>
                  <a:gd name="connsiteY2" fmla="*/ 365989 h 731978"/>
                  <a:gd name="connsiteX3" fmla="*/ 125616 w 642972"/>
                  <a:gd name="connsiteY3" fmla="*/ 724820 h 731978"/>
                  <a:gd name="connsiteX4" fmla="*/ 0 w 642972"/>
                  <a:gd name="connsiteY4" fmla="*/ 731978 h 731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72" h="731978">
                    <a:moveTo>
                      <a:pt x="0" y="0"/>
                    </a:moveTo>
                    <a:lnTo>
                      <a:pt x="125616" y="7158"/>
                    </a:lnTo>
                    <a:cubicBezTo>
                      <a:pt x="420871" y="41312"/>
                      <a:pt x="642972" y="188989"/>
                      <a:pt x="642972" y="365989"/>
                    </a:cubicBezTo>
                    <a:cubicBezTo>
                      <a:pt x="642972" y="542989"/>
                      <a:pt x="420871" y="690666"/>
                      <a:pt x="125616" y="724820"/>
                    </a:cubicBezTo>
                    <a:lnTo>
                      <a:pt x="0" y="7319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流程图: 接点 225">
                <a:extLst>
                  <a:ext uri="{FF2B5EF4-FFF2-40B4-BE49-F238E27FC236}">
                    <a16:creationId xmlns:a16="http://schemas.microsoft.com/office/drawing/2014/main" id="{00FB5997-F5C6-8CF1-70B9-940666044705}"/>
                  </a:ext>
                </a:extLst>
              </p:cNvPr>
              <p:cNvSpPr/>
              <p:nvPr/>
            </p:nvSpPr>
            <p:spPr>
              <a:xfrm>
                <a:off x="2797792" y="659311"/>
                <a:ext cx="423080" cy="424800"/>
              </a:xfrm>
              <a:prstGeom prst="flowChartConnector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F568B5F8-AA3E-3A9C-33C4-48ECBD90672D}"/>
                </a:ext>
              </a:extLst>
            </p:cNvPr>
            <p:cNvGrpSpPr/>
            <p:nvPr/>
          </p:nvGrpSpPr>
          <p:grpSpPr>
            <a:xfrm>
              <a:off x="8560416" y="3846453"/>
              <a:ext cx="377521" cy="491650"/>
              <a:chOff x="2722478" y="659311"/>
              <a:chExt cx="573710" cy="787350"/>
            </a:xfrm>
          </p:grpSpPr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7AFE2F38-AEB3-3C08-7D7C-0F61393D4257}"/>
                  </a:ext>
                </a:extLst>
              </p:cNvPr>
              <p:cNvSpPr/>
              <p:nvPr/>
            </p:nvSpPr>
            <p:spPr>
              <a:xfrm rot="16200000">
                <a:off x="2796932" y="947406"/>
                <a:ext cx="424801" cy="573710"/>
              </a:xfrm>
              <a:custGeom>
                <a:avLst/>
                <a:gdLst>
                  <a:gd name="connsiteX0" fmla="*/ 0 w 642972"/>
                  <a:gd name="connsiteY0" fmla="*/ 0 h 731978"/>
                  <a:gd name="connsiteX1" fmla="*/ 125616 w 642972"/>
                  <a:gd name="connsiteY1" fmla="*/ 7158 h 731978"/>
                  <a:gd name="connsiteX2" fmla="*/ 642972 w 642972"/>
                  <a:gd name="connsiteY2" fmla="*/ 365989 h 731978"/>
                  <a:gd name="connsiteX3" fmla="*/ 125616 w 642972"/>
                  <a:gd name="connsiteY3" fmla="*/ 724820 h 731978"/>
                  <a:gd name="connsiteX4" fmla="*/ 0 w 642972"/>
                  <a:gd name="connsiteY4" fmla="*/ 731978 h 731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72" h="731978">
                    <a:moveTo>
                      <a:pt x="0" y="0"/>
                    </a:moveTo>
                    <a:lnTo>
                      <a:pt x="125616" y="7158"/>
                    </a:lnTo>
                    <a:cubicBezTo>
                      <a:pt x="420871" y="41312"/>
                      <a:pt x="642972" y="188989"/>
                      <a:pt x="642972" y="365989"/>
                    </a:cubicBezTo>
                    <a:cubicBezTo>
                      <a:pt x="642972" y="542989"/>
                      <a:pt x="420871" y="690666"/>
                      <a:pt x="125616" y="724820"/>
                    </a:cubicBezTo>
                    <a:lnTo>
                      <a:pt x="0" y="7319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流程图: 接点 223">
                <a:extLst>
                  <a:ext uri="{FF2B5EF4-FFF2-40B4-BE49-F238E27FC236}">
                    <a16:creationId xmlns:a16="http://schemas.microsoft.com/office/drawing/2014/main" id="{08A72282-6D93-F7F3-85E8-5E8F361722FE}"/>
                  </a:ext>
                </a:extLst>
              </p:cNvPr>
              <p:cNvSpPr/>
              <p:nvPr/>
            </p:nvSpPr>
            <p:spPr>
              <a:xfrm>
                <a:off x="2797792" y="659311"/>
                <a:ext cx="423080" cy="424800"/>
              </a:xfrm>
              <a:prstGeom prst="flowChartConnector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904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624B594-7322-B765-99E1-463837EA416C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5843912-BFE6-814D-E2C2-E6C7CDE43998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78242F-C93D-6C70-D58C-3BD3645C8124}"/>
              </a:ext>
            </a:extLst>
          </p:cNvPr>
          <p:cNvGrpSpPr/>
          <p:nvPr/>
        </p:nvGrpSpPr>
        <p:grpSpPr>
          <a:xfrm>
            <a:off x="3899" y="13247"/>
            <a:ext cx="8906992" cy="4063934"/>
            <a:chOff x="697479" y="1540376"/>
            <a:chExt cx="9331130" cy="4096619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9988972-4A2F-40E2-8156-680F7F6F8A80}"/>
                </a:ext>
              </a:extLst>
            </p:cNvPr>
            <p:cNvGrpSpPr/>
            <p:nvPr/>
          </p:nvGrpSpPr>
          <p:grpSpPr>
            <a:xfrm>
              <a:off x="1148061" y="1962180"/>
              <a:ext cx="8880548" cy="2888277"/>
              <a:chOff x="1148061" y="1962180"/>
              <a:chExt cx="10635070" cy="2888277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59C26D80-92EC-4281-A816-AA520D245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1962180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BFE0FF7F-60F5-41C7-BF62-8BC34BD97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2922953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83E805FD-0C44-49B5-85CF-BDE1FF3A87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3883726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F4E939A-C475-4BC1-B1FC-163ABA4C3D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4844498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C2A4E46-C32A-49B0-9B2D-750DAE51943D}"/>
                </a:ext>
              </a:extLst>
            </p:cNvPr>
            <p:cNvSpPr/>
            <p:nvPr/>
          </p:nvSpPr>
          <p:spPr>
            <a:xfrm>
              <a:off x="2710179" y="1540376"/>
              <a:ext cx="6878321" cy="369773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37CD994-FCE6-439C-B940-065E8F3D6BB5}"/>
                </a:ext>
              </a:extLst>
            </p:cNvPr>
            <p:cNvSpPr txBox="1"/>
            <p:nvPr/>
          </p:nvSpPr>
          <p:spPr>
            <a:xfrm>
              <a:off x="5291282" y="526766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重复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次</a:t>
              </a:r>
            </a:p>
          </p:txBody>
        </p:sp>
        <p:graphicFrame>
          <p:nvGraphicFramePr>
            <p:cNvPr id="68" name="对象 67">
              <a:extLst>
                <a:ext uri="{FF2B5EF4-FFF2-40B4-BE49-F238E27FC236}">
                  <a16:creationId xmlns:a16="http://schemas.microsoft.com/office/drawing/2014/main" id="{C5C2A495-4F65-41EA-8A15-E755838DC7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7479" y="1655628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28600" progId="Equation.DSMT4">
                    <p:embed/>
                  </p:oleObj>
                </mc:Choice>
                <mc:Fallback>
                  <p:oleObj name="Equation" r:id="rId3" imgW="164880" imgH="228600" progId="Equation.DSMT4">
                    <p:embed/>
                    <p:pic>
                      <p:nvPicPr>
                        <p:cNvPr id="68" name="对象 67">
                          <a:extLst>
                            <a:ext uri="{FF2B5EF4-FFF2-40B4-BE49-F238E27FC236}">
                              <a16:creationId xmlns:a16="http://schemas.microsoft.com/office/drawing/2014/main" id="{C5C2A495-4F65-41EA-8A15-E755838DC79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97479" y="1655628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>
              <a:extLst>
                <a:ext uri="{FF2B5EF4-FFF2-40B4-BE49-F238E27FC236}">
                  <a16:creationId xmlns:a16="http://schemas.microsoft.com/office/drawing/2014/main" id="{A4522E07-2AA2-48AE-936D-FB66B3C296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9937" y="2597938"/>
            <a:ext cx="34290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69" name="对象 68">
                          <a:extLst>
                            <a:ext uri="{FF2B5EF4-FFF2-40B4-BE49-F238E27FC236}">
                              <a16:creationId xmlns:a16="http://schemas.microsoft.com/office/drawing/2014/main" id="{A4522E07-2AA2-48AE-936D-FB66B3C296E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19937" y="2597938"/>
                          <a:ext cx="342900" cy="514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对象 69">
              <a:extLst>
                <a:ext uri="{FF2B5EF4-FFF2-40B4-BE49-F238E27FC236}">
                  <a16:creationId xmlns:a16="http://schemas.microsoft.com/office/drawing/2014/main" id="{F596D13D-A698-437E-8044-4E7AC7F92F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6221" y="3519306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70" name="对象 69">
                          <a:extLst>
                            <a:ext uri="{FF2B5EF4-FFF2-40B4-BE49-F238E27FC236}">
                              <a16:creationId xmlns:a16="http://schemas.microsoft.com/office/drawing/2014/main" id="{F596D13D-A698-437E-8044-4E7AC7F92F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6221" y="3519306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>
              <a:extLst>
                <a:ext uri="{FF2B5EF4-FFF2-40B4-BE49-F238E27FC236}">
                  <a16:creationId xmlns:a16="http://schemas.microsoft.com/office/drawing/2014/main" id="{393E9917-7778-4322-8685-9B319F386C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4813" y="4519487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71" name="对象 70">
                          <a:extLst>
                            <a:ext uri="{FF2B5EF4-FFF2-40B4-BE49-F238E27FC236}">
                              <a16:creationId xmlns:a16="http://schemas.microsoft.com/office/drawing/2014/main" id="{393E9917-7778-4322-8685-9B319F386C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04813" y="4519487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D2034E31-1ACB-4A98-97C6-F9C64ED25DC5}"/>
                </a:ext>
              </a:extLst>
            </p:cNvPr>
            <p:cNvGrpSpPr/>
            <p:nvPr/>
          </p:nvGrpSpPr>
          <p:grpSpPr>
            <a:xfrm rot="10800000">
              <a:off x="6648696" y="1815306"/>
              <a:ext cx="314037" cy="3073754"/>
              <a:chOff x="4084540" y="-337961"/>
              <a:chExt cx="314037" cy="3073754"/>
            </a:xfrm>
          </p:grpSpPr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CAE2E689-22A0-46E5-9221-E21462C80F9D}"/>
                  </a:ext>
                </a:extLst>
              </p:cNvPr>
              <p:cNvCxnSpPr>
                <a:cxnSpLocks/>
                <a:stCxn id="133" idx="4"/>
                <a:endCxn id="132" idx="4"/>
              </p:cNvCxnSpPr>
              <p:nvPr/>
            </p:nvCxnSpPr>
            <p:spPr>
              <a:xfrm rot="10800000" flipH="1" flipV="1">
                <a:off x="4214202" y="-251869"/>
                <a:ext cx="27357" cy="29876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D424DD4A-F8FF-4AF5-8421-AC9B2FE099EF}"/>
                  </a:ext>
                </a:extLst>
              </p:cNvPr>
              <p:cNvSpPr/>
              <p:nvPr/>
            </p:nvSpPr>
            <p:spPr>
              <a:xfrm>
                <a:off x="4084540" y="2421306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09C474CC-F8E0-4B33-A901-78866287B521}"/>
                  </a:ext>
                </a:extLst>
              </p:cNvPr>
              <p:cNvSpPr/>
              <p:nvPr/>
            </p:nvSpPr>
            <p:spPr>
              <a:xfrm>
                <a:off x="4171604" y="-337961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415CC34C-A7FB-4FF5-9CC9-BA73311C4E3B}"/>
                </a:ext>
              </a:extLst>
            </p:cNvPr>
            <p:cNvGrpSpPr/>
            <p:nvPr/>
          </p:nvGrpSpPr>
          <p:grpSpPr>
            <a:xfrm rot="10800000">
              <a:off x="7652538" y="1815306"/>
              <a:ext cx="314037" cy="3073754"/>
              <a:chOff x="4084540" y="-337961"/>
              <a:chExt cx="314037" cy="3073754"/>
            </a:xfrm>
          </p:grpSpPr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74658D51-2C3B-433C-9FD4-40B18A1EFF60}"/>
                  </a:ext>
                </a:extLst>
              </p:cNvPr>
              <p:cNvCxnSpPr>
                <a:cxnSpLocks/>
                <a:stCxn id="159" idx="4"/>
                <a:endCxn id="158" idx="4"/>
              </p:cNvCxnSpPr>
              <p:nvPr/>
            </p:nvCxnSpPr>
            <p:spPr>
              <a:xfrm rot="10800000" flipH="1" flipV="1">
                <a:off x="4214202" y="-251869"/>
                <a:ext cx="27357" cy="29876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BFAE93F4-03B6-415D-839B-AD4AAA03E08E}"/>
                  </a:ext>
                </a:extLst>
              </p:cNvPr>
              <p:cNvSpPr/>
              <p:nvPr/>
            </p:nvSpPr>
            <p:spPr>
              <a:xfrm>
                <a:off x="4084540" y="2421306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66C75195-C9A8-417B-95C8-FB7464DD6243}"/>
                  </a:ext>
                </a:extLst>
              </p:cNvPr>
              <p:cNvSpPr/>
              <p:nvPr/>
            </p:nvSpPr>
            <p:spPr>
              <a:xfrm>
                <a:off x="4171604" y="-337961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AF0ED305-D323-4A9D-B31D-69FDE1335288}"/>
                </a:ext>
              </a:extLst>
            </p:cNvPr>
            <p:cNvGrpSpPr/>
            <p:nvPr/>
          </p:nvGrpSpPr>
          <p:grpSpPr>
            <a:xfrm>
              <a:off x="1260890" y="1673620"/>
              <a:ext cx="587581" cy="573043"/>
              <a:chOff x="2404918" y="772593"/>
              <a:chExt cx="587581" cy="57304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4047E86-086B-4C87-B539-8623D7BEEAA3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88" name="对象 87">
                <a:extLst>
                  <a:ext uri="{FF2B5EF4-FFF2-40B4-BE49-F238E27FC236}">
                    <a16:creationId xmlns:a16="http://schemas.microsoft.com/office/drawing/2014/main" id="{26BE04EB-4E7F-43C8-88B9-21527771CB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3800" imgH="164880" progId="Equation.DSMT4">
                      <p:embed/>
                    </p:oleObj>
                  </mc:Choice>
                  <mc:Fallback>
                    <p:oleObj name="Equation" r:id="rId11" imgW="253800" imgH="164880" progId="Equation.DSMT4">
                      <p:embed/>
                      <p:pic>
                        <p:nvPicPr>
                          <p:cNvPr id="88" name="对象 87">
                            <a:extLst>
                              <a:ext uri="{FF2B5EF4-FFF2-40B4-BE49-F238E27FC236}">
                                <a16:creationId xmlns:a16="http://schemas.microsoft.com/office/drawing/2014/main" id="{26BE04EB-4E7F-43C8-88B9-21527771CBA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0578D61C-C4A7-46F1-A222-63480353F3A5}"/>
                </a:ext>
              </a:extLst>
            </p:cNvPr>
            <p:cNvGrpSpPr/>
            <p:nvPr/>
          </p:nvGrpSpPr>
          <p:grpSpPr>
            <a:xfrm>
              <a:off x="1959087" y="1673620"/>
              <a:ext cx="587581" cy="573043"/>
              <a:chOff x="2404918" y="772593"/>
              <a:chExt cx="587581" cy="573043"/>
            </a:xfrm>
          </p:grpSpPr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DB022A62-5593-45C2-AC3B-AE8B1734C2F2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34" name="对象 133">
                <a:extLst>
                  <a:ext uri="{FF2B5EF4-FFF2-40B4-BE49-F238E27FC236}">
                    <a16:creationId xmlns:a16="http://schemas.microsoft.com/office/drawing/2014/main" id="{3DAC5928-728E-4AB7-9D62-2008A76752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0477773"/>
                  </p:ext>
                </p:extLst>
              </p:nvPr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134" name="对象 133">
                            <a:extLst>
                              <a:ext uri="{FF2B5EF4-FFF2-40B4-BE49-F238E27FC236}">
                                <a16:creationId xmlns:a16="http://schemas.microsoft.com/office/drawing/2014/main" id="{3DAC5928-728E-4AB7-9D62-2008A767528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9DBE708E-EA66-42DB-9668-AE3B0D6D0A72}"/>
                </a:ext>
              </a:extLst>
            </p:cNvPr>
            <p:cNvGrpSpPr/>
            <p:nvPr/>
          </p:nvGrpSpPr>
          <p:grpSpPr>
            <a:xfrm>
              <a:off x="1260890" y="2632063"/>
              <a:ext cx="587581" cy="573043"/>
              <a:chOff x="2404918" y="772593"/>
              <a:chExt cx="587581" cy="573043"/>
            </a:xfrm>
          </p:grpSpPr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3C52B3C9-18FA-405B-B53F-61D486AC6898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19" name="对象 218">
                <a:extLst>
                  <a:ext uri="{FF2B5EF4-FFF2-40B4-BE49-F238E27FC236}">
                    <a16:creationId xmlns:a16="http://schemas.microsoft.com/office/drawing/2014/main" id="{1A10A8C8-9F5B-4379-80D4-1B659E35345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53800" imgH="164880" progId="Equation.DSMT4">
                      <p:embed/>
                    </p:oleObj>
                  </mc:Choice>
                  <mc:Fallback>
                    <p:oleObj name="Equation" r:id="rId15" imgW="253800" imgH="164880" progId="Equation.DSMT4">
                      <p:embed/>
                      <p:pic>
                        <p:nvPicPr>
                          <p:cNvPr id="219" name="对象 218">
                            <a:extLst>
                              <a:ext uri="{FF2B5EF4-FFF2-40B4-BE49-F238E27FC236}">
                                <a16:creationId xmlns:a16="http://schemas.microsoft.com/office/drawing/2014/main" id="{1A10A8C8-9F5B-4379-80D4-1B659E35345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619B96D4-CEC6-4043-8F41-0A124AA6353F}"/>
                </a:ext>
              </a:extLst>
            </p:cNvPr>
            <p:cNvGrpSpPr/>
            <p:nvPr/>
          </p:nvGrpSpPr>
          <p:grpSpPr>
            <a:xfrm>
              <a:off x="1959087" y="2632063"/>
              <a:ext cx="587581" cy="573043"/>
              <a:chOff x="2404918" y="772593"/>
              <a:chExt cx="587581" cy="573043"/>
            </a:xfrm>
          </p:grpSpPr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5198070C-CB48-4C8D-8C6A-75C2ADA471F3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2" name="对象 221">
                <a:extLst>
                  <a:ext uri="{FF2B5EF4-FFF2-40B4-BE49-F238E27FC236}">
                    <a16:creationId xmlns:a16="http://schemas.microsoft.com/office/drawing/2014/main" id="{1621BBCF-A907-4042-ACE5-F73D8093F2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53800" imgH="164880" progId="Equation.DSMT4">
                      <p:embed/>
                    </p:oleObj>
                  </mc:Choice>
                  <mc:Fallback>
                    <p:oleObj name="Equation" r:id="rId16" imgW="253800" imgH="164880" progId="Equation.DSMT4">
                      <p:embed/>
                      <p:pic>
                        <p:nvPicPr>
                          <p:cNvPr id="222" name="对象 221">
                            <a:extLst>
                              <a:ext uri="{FF2B5EF4-FFF2-40B4-BE49-F238E27FC236}">
                                <a16:creationId xmlns:a16="http://schemas.microsoft.com/office/drawing/2014/main" id="{1621BBCF-A907-4042-ACE5-F73D8093F25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C9ADFCCF-A24F-4698-BBE8-EC055608F6C2}"/>
                </a:ext>
              </a:extLst>
            </p:cNvPr>
            <p:cNvGrpSpPr/>
            <p:nvPr/>
          </p:nvGrpSpPr>
          <p:grpSpPr>
            <a:xfrm>
              <a:off x="1959087" y="3590506"/>
              <a:ext cx="587581" cy="573043"/>
              <a:chOff x="2404918" y="772593"/>
              <a:chExt cx="587581" cy="573043"/>
            </a:xfrm>
          </p:grpSpPr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B51925D4-DC68-4141-A03D-6C64169B7158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8" name="对象 227">
                <a:extLst>
                  <a:ext uri="{FF2B5EF4-FFF2-40B4-BE49-F238E27FC236}">
                    <a16:creationId xmlns:a16="http://schemas.microsoft.com/office/drawing/2014/main" id="{E809ADF3-4C1C-4D54-8007-9A55B657EC6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253800" imgH="164880" progId="Equation.DSMT4">
                      <p:embed/>
                    </p:oleObj>
                  </mc:Choice>
                  <mc:Fallback>
                    <p:oleObj name="Equation" r:id="rId17" imgW="253800" imgH="164880" progId="Equation.DSMT4">
                      <p:embed/>
                      <p:pic>
                        <p:nvPicPr>
                          <p:cNvPr id="228" name="对象 227">
                            <a:extLst>
                              <a:ext uri="{FF2B5EF4-FFF2-40B4-BE49-F238E27FC236}">
                                <a16:creationId xmlns:a16="http://schemas.microsoft.com/office/drawing/2014/main" id="{E809ADF3-4C1C-4D54-8007-9A55B657EC6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BBCFEBCE-B0C7-407F-8044-ADBB563664A0}"/>
                </a:ext>
              </a:extLst>
            </p:cNvPr>
            <p:cNvGrpSpPr/>
            <p:nvPr/>
          </p:nvGrpSpPr>
          <p:grpSpPr>
            <a:xfrm>
              <a:off x="1260890" y="3590506"/>
              <a:ext cx="587581" cy="573043"/>
              <a:chOff x="2404918" y="772593"/>
              <a:chExt cx="587581" cy="573043"/>
            </a:xfrm>
          </p:grpSpPr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8CFD08DF-B038-4949-A0B2-9D017C8CCFBC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1" name="对象 230">
                <a:extLst>
                  <a:ext uri="{FF2B5EF4-FFF2-40B4-BE49-F238E27FC236}">
                    <a16:creationId xmlns:a16="http://schemas.microsoft.com/office/drawing/2014/main" id="{2BBA704E-0A85-443F-9BA3-84083CD479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53800" imgH="164880" progId="Equation.DSMT4">
                      <p:embed/>
                    </p:oleObj>
                  </mc:Choice>
                  <mc:Fallback>
                    <p:oleObj name="Equation" r:id="rId18" imgW="253800" imgH="164880" progId="Equation.DSMT4">
                      <p:embed/>
                      <p:pic>
                        <p:nvPicPr>
                          <p:cNvPr id="231" name="对象 230">
                            <a:extLst>
                              <a:ext uri="{FF2B5EF4-FFF2-40B4-BE49-F238E27FC236}">
                                <a16:creationId xmlns:a16="http://schemas.microsoft.com/office/drawing/2014/main" id="{2BBA704E-0A85-443F-9BA3-84083CD4792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98F5DC8D-525B-47CD-B914-F37025A2C184}"/>
                </a:ext>
              </a:extLst>
            </p:cNvPr>
            <p:cNvGrpSpPr/>
            <p:nvPr/>
          </p:nvGrpSpPr>
          <p:grpSpPr>
            <a:xfrm>
              <a:off x="1260890" y="4548948"/>
              <a:ext cx="587581" cy="573043"/>
              <a:chOff x="2404918" y="772593"/>
              <a:chExt cx="587581" cy="573043"/>
            </a:xfrm>
          </p:grpSpPr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6452009D-E14B-4A8C-8EE6-CD0588CE1079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7" name="对象 236">
                <a:extLst>
                  <a:ext uri="{FF2B5EF4-FFF2-40B4-BE49-F238E27FC236}">
                    <a16:creationId xmlns:a16="http://schemas.microsoft.com/office/drawing/2014/main" id="{F6138EBA-ABBE-4305-8EB5-43FDF358293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53800" imgH="164880" progId="Equation.DSMT4">
                      <p:embed/>
                    </p:oleObj>
                  </mc:Choice>
                  <mc:Fallback>
                    <p:oleObj name="Equation" r:id="rId19" imgW="253800" imgH="164880" progId="Equation.DSMT4">
                      <p:embed/>
                      <p:pic>
                        <p:nvPicPr>
                          <p:cNvPr id="237" name="对象 236">
                            <a:extLst>
                              <a:ext uri="{FF2B5EF4-FFF2-40B4-BE49-F238E27FC236}">
                                <a16:creationId xmlns:a16="http://schemas.microsoft.com/office/drawing/2014/main" id="{F6138EBA-ABBE-4305-8EB5-43FDF358293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3F1F507C-932B-408A-A21E-0CF7E079DF1E}"/>
                </a:ext>
              </a:extLst>
            </p:cNvPr>
            <p:cNvGrpSpPr/>
            <p:nvPr/>
          </p:nvGrpSpPr>
          <p:grpSpPr>
            <a:xfrm>
              <a:off x="1959087" y="4548948"/>
              <a:ext cx="587581" cy="573043"/>
              <a:chOff x="2404918" y="772593"/>
              <a:chExt cx="587581" cy="573043"/>
            </a:xfrm>
          </p:grpSpPr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912BC4A7-D6E9-4501-BA22-C3395C4633D6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40" name="对象 239">
                <a:extLst>
                  <a:ext uri="{FF2B5EF4-FFF2-40B4-BE49-F238E27FC236}">
                    <a16:creationId xmlns:a16="http://schemas.microsoft.com/office/drawing/2014/main" id="{76E3349C-ADE0-4AC1-B931-951EB0DC01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253800" imgH="164880" progId="Equation.DSMT4">
                      <p:embed/>
                    </p:oleObj>
                  </mc:Choice>
                  <mc:Fallback>
                    <p:oleObj name="Equation" r:id="rId20" imgW="253800" imgH="164880" progId="Equation.DSMT4">
                      <p:embed/>
                      <p:pic>
                        <p:nvPicPr>
                          <p:cNvPr id="240" name="对象 239">
                            <a:extLst>
                              <a:ext uri="{FF2B5EF4-FFF2-40B4-BE49-F238E27FC236}">
                                <a16:creationId xmlns:a16="http://schemas.microsoft.com/office/drawing/2014/main" id="{76E3349C-ADE0-4AC1-B931-951EB0DC01E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5CF746F-40A5-47A0-A851-AAB263C3A315}"/>
                </a:ext>
              </a:extLst>
            </p:cNvPr>
            <p:cNvGrpSpPr/>
            <p:nvPr/>
          </p:nvGrpSpPr>
          <p:grpSpPr>
            <a:xfrm>
              <a:off x="8146634" y="1655628"/>
              <a:ext cx="1285778" cy="3448371"/>
              <a:chOff x="9149934" y="1655628"/>
              <a:chExt cx="1285778" cy="3448371"/>
            </a:xfrm>
          </p:grpSpPr>
          <p:grpSp>
            <p:nvGrpSpPr>
              <p:cNvPr id="241" name="组合 240">
                <a:extLst>
                  <a:ext uri="{FF2B5EF4-FFF2-40B4-BE49-F238E27FC236}">
                    <a16:creationId xmlns:a16="http://schemas.microsoft.com/office/drawing/2014/main" id="{F58141AC-326E-4DA4-9341-A4980FA73175}"/>
                  </a:ext>
                </a:extLst>
              </p:cNvPr>
              <p:cNvGrpSpPr/>
              <p:nvPr/>
            </p:nvGrpSpPr>
            <p:grpSpPr>
              <a:xfrm>
                <a:off x="9149934" y="1655628"/>
                <a:ext cx="587581" cy="573043"/>
                <a:chOff x="2404918" y="772593"/>
                <a:chExt cx="587581" cy="573043"/>
              </a:xfrm>
            </p:grpSpPr>
            <p:sp>
              <p:nvSpPr>
                <p:cNvPr id="242" name="矩形 241">
                  <a:extLst>
                    <a:ext uri="{FF2B5EF4-FFF2-40B4-BE49-F238E27FC236}">
                      <a16:creationId xmlns:a16="http://schemas.microsoft.com/office/drawing/2014/main" id="{B7DA4C4A-0F44-4781-A72F-7DC4A07C705A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43" name="对象 242">
                  <a:extLst>
                    <a:ext uri="{FF2B5EF4-FFF2-40B4-BE49-F238E27FC236}">
                      <a16:creationId xmlns:a16="http://schemas.microsoft.com/office/drawing/2014/main" id="{BBCB21B0-0B9D-4412-9DF5-45F09B9DE72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1" imgW="253800" imgH="164880" progId="Equation.DSMT4">
                        <p:embed/>
                      </p:oleObj>
                    </mc:Choice>
                    <mc:Fallback>
                      <p:oleObj name="Equation" r:id="rId21" imgW="253800" imgH="164880" progId="Equation.DSMT4">
                        <p:embed/>
                        <p:pic>
                          <p:nvPicPr>
                            <p:cNvPr id="243" name="对象 242">
                              <a:extLst>
                                <a:ext uri="{FF2B5EF4-FFF2-40B4-BE49-F238E27FC236}">
                                  <a16:creationId xmlns:a16="http://schemas.microsoft.com/office/drawing/2014/main" id="{BBCB21B0-0B9D-4412-9DF5-45F09B9DE72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9F738CAE-7BF7-4F13-BEA4-406981C3E48C}"/>
                  </a:ext>
                </a:extLst>
              </p:cNvPr>
              <p:cNvGrpSpPr/>
              <p:nvPr/>
            </p:nvGrpSpPr>
            <p:grpSpPr>
              <a:xfrm>
                <a:off x="9848131" y="1655628"/>
                <a:ext cx="587581" cy="573043"/>
                <a:chOff x="2404918" y="772593"/>
                <a:chExt cx="587581" cy="573043"/>
              </a:xfrm>
            </p:grpSpPr>
            <p:sp>
              <p:nvSpPr>
                <p:cNvPr id="245" name="矩形 244">
                  <a:extLst>
                    <a:ext uri="{FF2B5EF4-FFF2-40B4-BE49-F238E27FC236}">
                      <a16:creationId xmlns:a16="http://schemas.microsoft.com/office/drawing/2014/main" id="{994E563E-A365-4367-8557-B3F3D1AE899B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46" name="对象 245">
                  <a:extLst>
                    <a:ext uri="{FF2B5EF4-FFF2-40B4-BE49-F238E27FC236}">
                      <a16:creationId xmlns:a16="http://schemas.microsoft.com/office/drawing/2014/main" id="{7C52B226-5994-4CB9-89BA-688BE3A3869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253800" imgH="164880" progId="Equation.DSMT4">
                        <p:embed/>
                      </p:oleObj>
                    </mc:Choice>
                    <mc:Fallback>
                      <p:oleObj name="Equation" r:id="rId22" imgW="253800" imgH="164880" progId="Equation.DSMT4">
                        <p:embed/>
                        <p:pic>
                          <p:nvPicPr>
                            <p:cNvPr id="246" name="对象 245">
                              <a:extLst>
                                <a:ext uri="{FF2B5EF4-FFF2-40B4-BE49-F238E27FC236}">
                                  <a16:creationId xmlns:a16="http://schemas.microsoft.com/office/drawing/2014/main" id="{7C52B226-5994-4CB9-89BA-688BE3A3869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47" name="组合 246">
                <a:extLst>
                  <a:ext uri="{FF2B5EF4-FFF2-40B4-BE49-F238E27FC236}">
                    <a16:creationId xmlns:a16="http://schemas.microsoft.com/office/drawing/2014/main" id="{BD833BFA-1F85-4C61-A7C3-AE60DF7A2A16}"/>
                  </a:ext>
                </a:extLst>
              </p:cNvPr>
              <p:cNvGrpSpPr/>
              <p:nvPr/>
            </p:nvGrpSpPr>
            <p:grpSpPr>
              <a:xfrm>
                <a:off x="9149934" y="2614071"/>
                <a:ext cx="587581" cy="573043"/>
                <a:chOff x="2404918" y="772593"/>
                <a:chExt cx="587581" cy="573043"/>
              </a:xfrm>
            </p:grpSpPr>
            <p:sp>
              <p:nvSpPr>
                <p:cNvPr id="248" name="矩形 247">
                  <a:extLst>
                    <a:ext uri="{FF2B5EF4-FFF2-40B4-BE49-F238E27FC236}">
                      <a16:creationId xmlns:a16="http://schemas.microsoft.com/office/drawing/2014/main" id="{3799AD26-CAE6-436F-A8A4-156FC3253A65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49" name="对象 248">
                  <a:extLst>
                    <a:ext uri="{FF2B5EF4-FFF2-40B4-BE49-F238E27FC236}">
                      <a16:creationId xmlns:a16="http://schemas.microsoft.com/office/drawing/2014/main" id="{C21DC4B5-F800-440B-AE87-5C2C567428E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3" imgW="253800" imgH="164880" progId="Equation.DSMT4">
                        <p:embed/>
                      </p:oleObj>
                    </mc:Choice>
                    <mc:Fallback>
                      <p:oleObj name="Equation" r:id="rId23" imgW="253800" imgH="164880" progId="Equation.DSMT4">
                        <p:embed/>
                        <p:pic>
                          <p:nvPicPr>
                            <p:cNvPr id="249" name="对象 248">
                              <a:extLst>
                                <a:ext uri="{FF2B5EF4-FFF2-40B4-BE49-F238E27FC236}">
                                  <a16:creationId xmlns:a16="http://schemas.microsoft.com/office/drawing/2014/main" id="{C21DC4B5-F800-440B-AE87-5C2C567428E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0" name="组合 249">
                <a:extLst>
                  <a:ext uri="{FF2B5EF4-FFF2-40B4-BE49-F238E27FC236}">
                    <a16:creationId xmlns:a16="http://schemas.microsoft.com/office/drawing/2014/main" id="{24B8A490-3569-4764-8FBB-2700A7FB6C99}"/>
                  </a:ext>
                </a:extLst>
              </p:cNvPr>
              <p:cNvGrpSpPr/>
              <p:nvPr/>
            </p:nvGrpSpPr>
            <p:grpSpPr>
              <a:xfrm>
                <a:off x="9848131" y="2614071"/>
                <a:ext cx="587581" cy="573043"/>
                <a:chOff x="2404918" y="772593"/>
                <a:chExt cx="587581" cy="573043"/>
              </a:xfrm>
            </p:grpSpPr>
            <p:sp>
              <p:nvSpPr>
                <p:cNvPr id="251" name="矩形 250">
                  <a:extLst>
                    <a:ext uri="{FF2B5EF4-FFF2-40B4-BE49-F238E27FC236}">
                      <a16:creationId xmlns:a16="http://schemas.microsoft.com/office/drawing/2014/main" id="{F8F397F5-2636-4D8E-AEBF-039EA533962A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52" name="对象 251">
                  <a:extLst>
                    <a:ext uri="{FF2B5EF4-FFF2-40B4-BE49-F238E27FC236}">
                      <a16:creationId xmlns:a16="http://schemas.microsoft.com/office/drawing/2014/main" id="{670C8850-F10B-4CE5-BD74-2A5CCAA6F45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253800" imgH="164880" progId="Equation.DSMT4">
                        <p:embed/>
                      </p:oleObj>
                    </mc:Choice>
                    <mc:Fallback>
                      <p:oleObj name="Equation" r:id="rId24" imgW="253800" imgH="164880" progId="Equation.DSMT4">
                        <p:embed/>
                        <p:pic>
                          <p:nvPicPr>
                            <p:cNvPr id="252" name="对象 251">
                              <a:extLst>
                                <a:ext uri="{FF2B5EF4-FFF2-40B4-BE49-F238E27FC236}">
                                  <a16:creationId xmlns:a16="http://schemas.microsoft.com/office/drawing/2014/main" id="{670C8850-F10B-4CE5-BD74-2A5CCAA6F45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3" name="组合 252">
                <a:extLst>
                  <a:ext uri="{FF2B5EF4-FFF2-40B4-BE49-F238E27FC236}">
                    <a16:creationId xmlns:a16="http://schemas.microsoft.com/office/drawing/2014/main" id="{6364AA58-CE05-4B9A-96F8-4D0882DC5B95}"/>
                  </a:ext>
                </a:extLst>
              </p:cNvPr>
              <p:cNvGrpSpPr/>
              <p:nvPr/>
            </p:nvGrpSpPr>
            <p:grpSpPr>
              <a:xfrm>
                <a:off x="9848131" y="3572514"/>
                <a:ext cx="587581" cy="573043"/>
                <a:chOff x="2404918" y="772593"/>
                <a:chExt cx="587581" cy="573043"/>
              </a:xfrm>
            </p:grpSpPr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46B97631-6248-4FC6-91C1-30907D44B2A5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55" name="对象 254">
                  <a:extLst>
                    <a:ext uri="{FF2B5EF4-FFF2-40B4-BE49-F238E27FC236}">
                      <a16:creationId xmlns:a16="http://schemas.microsoft.com/office/drawing/2014/main" id="{A9351A68-EC4A-4959-8C6F-5ACEDCAC823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253800" imgH="164880" progId="Equation.DSMT4">
                        <p:embed/>
                      </p:oleObj>
                    </mc:Choice>
                    <mc:Fallback>
                      <p:oleObj name="Equation" r:id="rId25" imgW="253800" imgH="164880" progId="Equation.DSMT4">
                        <p:embed/>
                        <p:pic>
                          <p:nvPicPr>
                            <p:cNvPr id="255" name="对象 254">
                              <a:extLst>
                                <a:ext uri="{FF2B5EF4-FFF2-40B4-BE49-F238E27FC236}">
                                  <a16:creationId xmlns:a16="http://schemas.microsoft.com/office/drawing/2014/main" id="{A9351A68-EC4A-4959-8C6F-5ACEDCAC823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6" name="组合 255">
                <a:extLst>
                  <a:ext uri="{FF2B5EF4-FFF2-40B4-BE49-F238E27FC236}">
                    <a16:creationId xmlns:a16="http://schemas.microsoft.com/office/drawing/2014/main" id="{1D61DBED-0794-4CBB-B57F-7F558503607A}"/>
                  </a:ext>
                </a:extLst>
              </p:cNvPr>
              <p:cNvGrpSpPr/>
              <p:nvPr/>
            </p:nvGrpSpPr>
            <p:grpSpPr>
              <a:xfrm>
                <a:off x="9149934" y="3572514"/>
                <a:ext cx="587581" cy="573043"/>
                <a:chOff x="2404918" y="772593"/>
                <a:chExt cx="587581" cy="573043"/>
              </a:xfrm>
            </p:grpSpPr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042ABFB9-2FF0-44BF-948B-5A061AE81657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58" name="对象 257">
                  <a:extLst>
                    <a:ext uri="{FF2B5EF4-FFF2-40B4-BE49-F238E27FC236}">
                      <a16:creationId xmlns:a16="http://schemas.microsoft.com/office/drawing/2014/main" id="{7E30A57B-741F-4E3E-A954-20E198755EF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6" imgW="253800" imgH="164880" progId="Equation.DSMT4">
                        <p:embed/>
                      </p:oleObj>
                    </mc:Choice>
                    <mc:Fallback>
                      <p:oleObj name="Equation" r:id="rId26" imgW="253800" imgH="164880" progId="Equation.DSMT4">
                        <p:embed/>
                        <p:pic>
                          <p:nvPicPr>
                            <p:cNvPr id="258" name="对象 257">
                              <a:extLst>
                                <a:ext uri="{FF2B5EF4-FFF2-40B4-BE49-F238E27FC236}">
                                  <a16:creationId xmlns:a16="http://schemas.microsoft.com/office/drawing/2014/main" id="{7E30A57B-741F-4E3E-A954-20E198755EF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9" name="组合 258">
                <a:extLst>
                  <a:ext uri="{FF2B5EF4-FFF2-40B4-BE49-F238E27FC236}">
                    <a16:creationId xmlns:a16="http://schemas.microsoft.com/office/drawing/2014/main" id="{233FCC8C-F177-448C-BA77-207B81B45845}"/>
                  </a:ext>
                </a:extLst>
              </p:cNvPr>
              <p:cNvGrpSpPr/>
              <p:nvPr/>
            </p:nvGrpSpPr>
            <p:grpSpPr>
              <a:xfrm>
                <a:off x="9149934" y="4530956"/>
                <a:ext cx="587581" cy="573043"/>
                <a:chOff x="2404918" y="772593"/>
                <a:chExt cx="587581" cy="573043"/>
              </a:xfrm>
            </p:grpSpPr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E977D45A-C1C5-49C2-A911-93DAEF3F27AD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61" name="对象 260">
                  <a:extLst>
                    <a:ext uri="{FF2B5EF4-FFF2-40B4-BE49-F238E27FC236}">
                      <a16:creationId xmlns:a16="http://schemas.microsoft.com/office/drawing/2014/main" id="{76C674E0-B2C5-4536-956C-E85BD42CBE2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7" imgW="253800" imgH="164880" progId="Equation.DSMT4">
                        <p:embed/>
                      </p:oleObj>
                    </mc:Choice>
                    <mc:Fallback>
                      <p:oleObj name="Equation" r:id="rId27" imgW="253800" imgH="164880" progId="Equation.DSMT4">
                        <p:embed/>
                        <p:pic>
                          <p:nvPicPr>
                            <p:cNvPr id="261" name="对象 260">
                              <a:extLst>
                                <a:ext uri="{FF2B5EF4-FFF2-40B4-BE49-F238E27FC236}">
                                  <a16:creationId xmlns:a16="http://schemas.microsoft.com/office/drawing/2014/main" id="{76C674E0-B2C5-4536-956C-E85BD42CBE2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62" name="组合 261">
                <a:extLst>
                  <a:ext uri="{FF2B5EF4-FFF2-40B4-BE49-F238E27FC236}">
                    <a16:creationId xmlns:a16="http://schemas.microsoft.com/office/drawing/2014/main" id="{BECAA75C-ECDA-4077-9E5F-78E3BCFB7AAD}"/>
                  </a:ext>
                </a:extLst>
              </p:cNvPr>
              <p:cNvGrpSpPr/>
              <p:nvPr/>
            </p:nvGrpSpPr>
            <p:grpSpPr>
              <a:xfrm>
                <a:off x="9848131" y="4530956"/>
                <a:ext cx="587581" cy="573043"/>
                <a:chOff x="2404918" y="772593"/>
                <a:chExt cx="587581" cy="573043"/>
              </a:xfrm>
            </p:grpSpPr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0FC06073-662C-4D48-92F8-00779D703A83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64" name="对象 263">
                  <a:extLst>
                    <a:ext uri="{FF2B5EF4-FFF2-40B4-BE49-F238E27FC236}">
                      <a16:creationId xmlns:a16="http://schemas.microsoft.com/office/drawing/2014/main" id="{15B4B73A-37D3-4131-9275-99B7F91EAE7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8" imgW="253800" imgH="164880" progId="Equation.DSMT4">
                        <p:embed/>
                      </p:oleObj>
                    </mc:Choice>
                    <mc:Fallback>
                      <p:oleObj name="Equation" r:id="rId28" imgW="253800" imgH="164880" progId="Equation.DSMT4">
                        <p:embed/>
                        <p:pic>
                          <p:nvPicPr>
                            <p:cNvPr id="264" name="对象 263">
                              <a:extLst>
                                <a:ext uri="{FF2B5EF4-FFF2-40B4-BE49-F238E27FC236}">
                                  <a16:creationId xmlns:a16="http://schemas.microsoft.com/office/drawing/2014/main" id="{15B4B73A-37D3-4131-9275-99B7F91EAE7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8D21A6D-9118-416D-BAA5-0F94CB6BF3F5}"/>
                </a:ext>
              </a:extLst>
            </p:cNvPr>
            <p:cNvGrpSpPr/>
            <p:nvPr/>
          </p:nvGrpSpPr>
          <p:grpSpPr>
            <a:xfrm>
              <a:off x="2787432" y="1673620"/>
              <a:ext cx="1308519" cy="1513494"/>
              <a:chOff x="2787432" y="1673620"/>
              <a:chExt cx="1308519" cy="1513494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AD5FBBAB-7402-494D-8208-FF2420707A2C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B10F72D4-F7E8-42AD-A341-8AE445510C9C}"/>
                    </a:ext>
                  </a:extLst>
                </p:cNvPr>
                <p:cNvCxnSpPr>
                  <a:cxnSpLocks/>
                  <a:endCxn id="28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A7630D60-8DD7-44AA-9F82-E8CAA37373B9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2C34572C-D3F2-4645-9BD7-5BBEDA9035B5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962C4015-8486-4623-99F3-FD261CB55B15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07EF933F-F512-4E32-9A2B-72E8F57CB2A5}"/>
                    </a:ext>
                  </a:extLst>
                </p:cNvPr>
                <p:cNvCxnSpPr>
                  <a:cxnSpLocks/>
                  <a:endCxn id="37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D3F89E79-7B63-486C-9279-70BB95126340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9C009C72-D9A5-4341-9207-B31DB9B5B3F1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7BAF326B-4B82-4FDA-8841-41C0B68AF77F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8F33B313-3DFE-46DE-9C75-C3016AEC7E5C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67" name="对象 266">
                  <a:extLst>
                    <a:ext uri="{FF2B5EF4-FFF2-40B4-BE49-F238E27FC236}">
                      <a16:creationId xmlns:a16="http://schemas.microsoft.com/office/drawing/2014/main" id="{142A5D3A-F203-4960-96AA-1B03DDBDD7E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9" imgW="253800" imgH="164880" progId="Equation.DSMT4">
                        <p:embed/>
                      </p:oleObj>
                    </mc:Choice>
                    <mc:Fallback>
                      <p:oleObj name="Equation" r:id="rId29" imgW="253800" imgH="164880" progId="Equation.DSMT4">
                        <p:embed/>
                        <p:pic>
                          <p:nvPicPr>
                            <p:cNvPr id="267" name="对象 266">
                              <a:extLst>
                                <a:ext uri="{FF2B5EF4-FFF2-40B4-BE49-F238E27FC236}">
                                  <a16:creationId xmlns:a16="http://schemas.microsoft.com/office/drawing/2014/main" id="{142A5D3A-F203-4960-96AA-1B03DDBDD7E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68" name="组合 267">
                <a:extLst>
                  <a:ext uri="{FF2B5EF4-FFF2-40B4-BE49-F238E27FC236}">
                    <a16:creationId xmlns:a16="http://schemas.microsoft.com/office/drawing/2014/main" id="{A92F0690-8496-4D6E-897A-0E461DDF622E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E92BD2AC-B001-4909-8387-DA03971BEA1E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0" name="对象 269">
                  <a:extLst>
                    <a:ext uri="{FF2B5EF4-FFF2-40B4-BE49-F238E27FC236}">
                      <a16:creationId xmlns:a16="http://schemas.microsoft.com/office/drawing/2014/main" id="{16FFF991-F988-491A-BC83-1B03E54F600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0" imgW="253800" imgH="164880" progId="Equation.DSMT4">
                        <p:embed/>
                      </p:oleObj>
                    </mc:Choice>
                    <mc:Fallback>
                      <p:oleObj name="Equation" r:id="rId30" imgW="253800" imgH="164880" progId="Equation.DSMT4">
                        <p:embed/>
                        <p:pic>
                          <p:nvPicPr>
                            <p:cNvPr id="270" name="对象 269">
                              <a:extLst>
                                <a:ext uri="{FF2B5EF4-FFF2-40B4-BE49-F238E27FC236}">
                                  <a16:creationId xmlns:a16="http://schemas.microsoft.com/office/drawing/2014/main" id="{16FFF991-F988-491A-BC83-1B03E54F600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71" name="组合 270">
              <a:extLst>
                <a:ext uri="{FF2B5EF4-FFF2-40B4-BE49-F238E27FC236}">
                  <a16:creationId xmlns:a16="http://schemas.microsoft.com/office/drawing/2014/main" id="{4236136A-AE81-43B7-B309-EBFA72E8E8E3}"/>
                </a:ext>
              </a:extLst>
            </p:cNvPr>
            <p:cNvGrpSpPr/>
            <p:nvPr/>
          </p:nvGrpSpPr>
          <p:grpSpPr>
            <a:xfrm>
              <a:off x="4083251" y="2639471"/>
              <a:ext cx="1308519" cy="1513494"/>
              <a:chOff x="2787432" y="1673620"/>
              <a:chExt cx="1308519" cy="1513494"/>
            </a:xfrm>
          </p:grpSpPr>
          <p:grpSp>
            <p:nvGrpSpPr>
              <p:cNvPr id="272" name="组合 271">
                <a:extLst>
                  <a:ext uri="{FF2B5EF4-FFF2-40B4-BE49-F238E27FC236}">
                    <a16:creationId xmlns:a16="http://schemas.microsoft.com/office/drawing/2014/main" id="{9C87566C-8B82-43E0-8BEB-AD5E816555B2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83" name="直接连接符 282">
                  <a:extLst>
                    <a:ext uri="{FF2B5EF4-FFF2-40B4-BE49-F238E27FC236}">
                      <a16:creationId xmlns:a16="http://schemas.microsoft.com/office/drawing/2014/main" id="{A75A31FF-96A3-4AFD-9364-4C9C7092CA6B}"/>
                    </a:ext>
                  </a:extLst>
                </p:cNvPr>
                <p:cNvCxnSpPr>
                  <a:cxnSpLocks/>
                  <a:endCxn id="284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4" name="椭圆 283">
                  <a:extLst>
                    <a:ext uri="{FF2B5EF4-FFF2-40B4-BE49-F238E27FC236}">
                      <a16:creationId xmlns:a16="http://schemas.microsoft.com/office/drawing/2014/main" id="{789F9C2E-645D-4835-9E70-F9D45FB51756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5" name="椭圆 284">
                  <a:extLst>
                    <a:ext uri="{FF2B5EF4-FFF2-40B4-BE49-F238E27FC236}">
                      <a16:creationId xmlns:a16="http://schemas.microsoft.com/office/drawing/2014/main" id="{F9F7FF5C-B629-440C-A695-B9C538E8905B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3" name="组合 272">
                <a:extLst>
                  <a:ext uri="{FF2B5EF4-FFF2-40B4-BE49-F238E27FC236}">
                    <a16:creationId xmlns:a16="http://schemas.microsoft.com/office/drawing/2014/main" id="{0F338B21-5786-4C8C-B705-9B9A4BAED092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80" name="直接连接符 279">
                  <a:extLst>
                    <a:ext uri="{FF2B5EF4-FFF2-40B4-BE49-F238E27FC236}">
                      <a16:creationId xmlns:a16="http://schemas.microsoft.com/office/drawing/2014/main" id="{F3D765C7-FB4D-4135-AE23-6F680D97B809}"/>
                    </a:ext>
                  </a:extLst>
                </p:cNvPr>
                <p:cNvCxnSpPr>
                  <a:cxnSpLocks/>
                  <a:endCxn id="281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1" name="椭圆 280">
                  <a:extLst>
                    <a:ext uri="{FF2B5EF4-FFF2-40B4-BE49-F238E27FC236}">
                      <a16:creationId xmlns:a16="http://schemas.microsoft.com/office/drawing/2014/main" id="{DD78EA5E-4373-40C8-A965-1BC1EB7BDAA1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2" name="椭圆 281">
                  <a:extLst>
                    <a:ext uri="{FF2B5EF4-FFF2-40B4-BE49-F238E27FC236}">
                      <a16:creationId xmlns:a16="http://schemas.microsoft.com/office/drawing/2014/main" id="{F5182C1F-FAE3-4690-B8F8-7DC2F86626D6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4" name="组合 273">
                <a:extLst>
                  <a:ext uri="{FF2B5EF4-FFF2-40B4-BE49-F238E27FC236}">
                    <a16:creationId xmlns:a16="http://schemas.microsoft.com/office/drawing/2014/main" id="{7910EE7C-BEAA-40B7-B804-811DCDFC51F5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78" name="矩形 277">
                  <a:extLst>
                    <a:ext uri="{FF2B5EF4-FFF2-40B4-BE49-F238E27FC236}">
                      <a16:creationId xmlns:a16="http://schemas.microsoft.com/office/drawing/2014/main" id="{7CF9C4B0-AAEC-48E8-B1D1-22EB3ACDA96C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9" name="对象 278">
                  <a:extLst>
                    <a:ext uri="{FF2B5EF4-FFF2-40B4-BE49-F238E27FC236}">
                      <a16:creationId xmlns:a16="http://schemas.microsoft.com/office/drawing/2014/main" id="{071BF0AD-6203-40C0-A5CD-DCCEF5E1169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1" imgW="253800" imgH="164880" progId="Equation.DSMT4">
                        <p:embed/>
                      </p:oleObj>
                    </mc:Choice>
                    <mc:Fallback>
                      <p:oleObj name="Equation" r:id="rId31" imgW="253800" imgH="164880" progId="Equation.DSMT4">
                        <p:embed/>
                        <p:pic>
                          <p:nvPicPr>
                            <p:cNvPr id="279" name="对象 278">
                              <a:extLst>
                                <a:ext uri="{FF2B5EF4-FFF2-40B4-BE49-F238E27FC236}">
                                  <a16:creationId xmlns:a16="http://schemas.microsoft.com/office/drawing/2014/main" id="{071BF0AD-6203-40C0-A5CD-DCCEF5E1169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5" name="组合 274">
                <a:extLst>
                  <a:ext uri="{FF2B5EF4-FFF2-40B4-BE49-F238E27FC236}">
                    <a16:creationId xmlns:a16="http://schemas.microsoft.com/office/drawing/2014/main" id="{80B7AB2F-8B65-4298-B9A1-AB3D1171053B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76" name="矩形 275">
                  <a:extLst>
                    <a:ext uri="{FF2B5EF4-FFF2-40B4-BE49-F238E27FC236}">
                      <a16:creationId xmlns:a16="http://schemas.microsoft.com/office/drawing/2014/main" id="{BFBDFFB8-C078-4D5F-A661-80C9870AEB3B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7" name="对象 276">
                  <a:extLst>
                    <a:ext uri="{FF2B5EF4-FFF2-40B4-BE49-F238E27FC236}">
                      <a16:creationId xmlns:a16="http://schemas.microsoft.com/office/drawing/2014/main" id="{6EF6A34A-B9A5-4C2E-AAC0-CE66F75F0AF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2" imgW="253800" imgH="164880" progId="Equation.DSMT4">
                        <p:embed/>
                      </p:oleObj>
                    </mc:Choice>
                    <mc:Fallback>
                      <p:oleObj name="Equation" r:id="rId32" imgW="253800" imgH="164880" progId="Equation.DSMT4">
                        <p:embed/>
                        <p:pic>
                          <p:nvPicPr>
                            <p:cNvPr id="277" name="对象 276">
                              <a:extLst>
                                <a:ext uri="{FF2B5EF4-FFF2-40B4-BE49-F238E27FC236}">
                                  <a16:creationId xmlns:a16="http://schemas.microsoft.com/office/drawing/2014/main" id="{6EF6A34A-B9A5-4C2E-AAC0-CE66F75F0AF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B058E4A9-3DAB-4A2C-9119-D77C0F2CF833}"/>
                </a:ext>
              </a:extLst>
            </p:cNvPr>
            <p:cNvGrpSpPr/>
            <p:nvPr/>
          </p:nvGrpSpPr>
          <p:grpSpPr>
            <a:xfrm>
              <a:off x="5379070" y="3592438"/>
              <a:ext cx="1308519" cy="1513494"/>
              <a:chOff x="2787432" y="1673620"/>
              <a:chExt cx="1308519" cy="1513494"/>
            </a:xfrm>
          </p:grpSpPr>
          <p:grpSp>
            <p:nvGrpSpPr>
              <p:cNvPr id="287" name="组合 286">
                <a:extLst>
                  <a:ext uri="{FF2B5EF4-FFF2-40B4-BE49-F238E27FC236}">
                    <a16:creationId xmlns:a16="http://schemas.microsoft.com/office/drawing/2014/main" id="{C486D390-867E-4475-82BC-B05DE5A3C1AE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98" name="直接连接符 297">
                  <a:extLst>
                    <a:ext uri="{FF2B5EF4-FFF2-40B4-BE49-F238E27FC236}">
                      <a16:creationId xmlns:a16="http://schemas.microsoft.com/office/drawing/2014/main" id="{95945668-5565-4C95-A57C-A94F7D1D1A2C}"/>
                    </a:ext>
                  </a:extLst>
                </p:cNvPr>
                <p:cNvCxnSpPr>
                  <a:cxnSpLocks/>
                  <a:endCxn id="299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9" name="椭圆 298">
                  <a:extLst>
                    <a:ext uri="{FF2B5EF4-FFF2-40B4-BE49-F238E27FC236}">
                      <a16:creationId xmlns:a16="http://schemas.microsoft.com/office/drawing/2014/main" id="{307B9AEE-36DF-4EBB-A3EE-C338BA12E901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0" name="椭圆 299">
                  <a:extLst>
                    <a:ext uri="{FF2B5EF4-FFF2-40B4-BE49-F238E27FC236}">
                      <a16:creationId xmlns:a16="http://schemas.microsoft.com/office/drawing/2014/main" id="{F41E432A-80A6-409D-A59D-77462E4E723A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8" name="组合 287">
                <a:extLst>
                  <a:ext uri="{FF2B5EF4-FFF2-40B4-BE49-F238E27FC236}">
                    <a16:creationId xmlns:a16="http://schemas.microsoft.com/office/drawing/2014/main" id="{3E825AA9-F95E-4EEA-A2AA-603DCA9C7F7F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95" name="直接连接符 294">
                  <a:extLst>
                    <a:ext uri="{FF2B5EF4-FFF2-40B4-BE49-F238E27FC236}">
                      <a16:creationId xmlns:a16="http://schemas.microsoft.com/office/drawing/2014/main" id="{054487F8-3661-4C40-ACCE-2D4807EF1AFB}"/>
                    </a:ext>
                  </a:extLst>
                </p:cNvPr>
                <p:cNvCxnSpPr>
                  <a:cxnSpLocks/>
                  <a:endCxn id="296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0972DB15-9D01-48F4-A6CA-E29198ACA695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7" name="椭圆 296">
                  <a:extLst>
                    <a:ext uri="{FF2B5EF4-FFF2-40B4-BE49-F238E27FC236}">
                      <a16:creationId xmlns:a16="http://schemas.microsoft.com/office/drawing/2014/main" id="{7AD0E02C-41DF-4352-98C3-778778667550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9" name="组合 288">
                <a:extLst>
                  <a:ext uri="{FF2B5EF4-FFF2-40B4-BE49-F238E27FC236}">
                    <a16:creationId xmlns:a16="http://schemas.microsoft.com/office/drawing/2014/main" id="{18984C52-A3B0-4C55-B9F4-F17CF5A59DD8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93" name="矩形 292">
                  <a:extLst>
                    <a:ext uri="{FF2B5EF4-FFF2-40B4-BE49-F238E27FC236}">
                      <a16:creationId xmlns:a16="http://schemas.microsoft.com/office/drawing/2014/main" id="{38607811-09C5-4801-9F41-C7777D54BCA6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94" name="对象 293">
                  <a:extLst>
                    <a:ext uri="{FF2B5EF4-FFF2-40B4-BE49-F238E27FC236}">
                      <a16:creationId xmlns:a16="http://schemas.microsoft.com/office/drawing/2014/main" id="{F57DDBBB-4C59-4C0C-AD70-D3991AD2176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3" imgW="253800" imgH="164880" progId="Equation.DSMT4">
                        <p:embed/>
                      </p:oleObj>
                    </mc:Choice>
                    <mc:Fallback>
                      <p:oleObj name="Equation" r:id="rId33" imgW="253800" imgH="164880" progId="Equation.DSMT4">
                        <p:embed/>
                        <p:pic>
                          <p:nvPicPr>
                            <p:cNvPr id="294" name="对象 293">
                              <a:extLst>
                                <a:ext uri="{FF2B5EF4-FFF2-40B4-BE49-F238E27FC236}">
                                  <a16:creationId xmlns:a16="http://schemas.microsoft.com/office/drawing/2014/main" id="{F57DDBBB-4C59-4C0C-AD70-D3991AD2176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90" name="组合 289">
                <a:extLst>
                  <a:ext uri="{FF2B5EF4-FFF2-40B4-BE49-F238E27FC236}">
                    <a16:creationId xmlns:a16="http://schemas.microsoft.com/office/drawing/2014/main" id="{A765D7B1-C262-46CB-B535-38476638F417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91" name="矩形 290">
                  <a:extLst>
                    <a:ext uri="{FF2B5EF4-FFF2-40B4-BE49-F238E27FC236}">
                      <a16:creationId xmlns:a16="http://schemas.microsoft.com/office/drawing/2014/main" id="{447EB05A-8ADB-4ED6-90A5-AC725597EC9A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92" name="对象 291">
                  <a:extLst>
                    <a:ext uri="{FF2B5EF4-FFF2-40B4-BE49-F238E27FC236}">
                      <a16:creationId xmlns:a16="http://schemas.microsoft.com/office/drawing/2014/main" id="{433E9BCD-2D86-42F7-B33B-C4BE0CECCC9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4" imgW="253800" imgH="164880" progId="Equation.DSMT4">
                        <p:embed/>
                      </p:oleObj>
                    </mc:Choice>
                    <mc:Fallback>
                      <p:oleObj name="Equation" r:id="rId34" imgW="253800" imgH="164880" progId="Equation.DSMT4">
                        <p:embed/>
                        <p:pic>
                          <p:nvPicPr>
                            <p:cNvPr id="292" name="对象 291">
                              <a:extLst>
                                <a:ext uri="{FF2B5EF4-FFF2-40B4-BE49-F238E27FC236}">
                                  <a16:creationId xmlns:a16="http://schemas.microsoft.com/office/drawing/2014/main" id="{433E9BCD-2D86-42F7-B33B-C4BE0CECCC9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11A287C4-59B1-430F-9278-6DE39A45CA9C}"/>
                </a:ext>
              </a:extLst>
            </p:cNvPr>
            <p:cNvGrpSpPr/>
            <p:nvPr/>
          </p:nvGrpSpPr>
          <p:grpSpPr>
            <a:xfrm>
              <a:off x="7024734" y="1688457"/>
              <a:ext cx="623264" cy="3412972"/>
              <a:chOff x="3147901" y="1673620"/>
              <a:chExt cx="623264" cy="3412972"/>
            </a:xfrm>
          </p:grpSpPr>
          <p:grpSp>
            <p:nvGrpSpPr>
              <p:cNvPr id="304" name="组合 303">
                <a:extLst>
                  <a:ext uri="{FF2B5EF4-FFF2-40B4-BE49-F238E27FC236}">
                    <a16:creationId xmlns:a16="http://schemas.microsoft.com/office/drawing/2014/main" id="{62B58864-A4CD-4789-BD5A-4CC320FC6C31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308" name="矩形 307">
                  <a:extLst>
                    <a:ext uri="{FF2B5EF4-FFF2-40B4-BE49-F238E27FC236}">
                      <a16:creationId xmlns:a16="http://schemas.microsoft.com/office/drawing/2014/main" id="{C9715DB6-10FF-4A10-99E3-2350D4823C44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309" name="对象 308">
                  <a:extLst>
                    <a:ext uri="{FF2B5EF4-FFF2-40B4-BE49-F238E27FC236}">
                      <a16:creationId xmlns:a16="http://schemas.microsoft.com/office/drawing/2014/main" id="{E15AC35D-F1F2-4B44-BB06-840FFF92339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5" imgW="253800" imgH="164880" progId="Equation.DSMT4">
                        <p:embed/>
                      </p:oleObj>
                    </mc:Choice>
                    <mc:Fallback>
                      <p:oleObj name="Equation" r:id="rId35" imgW="253800" imgH="164880" progId="Equation.DSMT4">
                        <p:embed/>
                        <p:pic>
                          <p:nvPicPr>
                            <p:cNvPr id="309" name="对象 308">
                              <a:extLst>
                                <a:ext uri="{FF2B5EF4-FFF2-40B4-BE49-F238E27FC236}">
                                  <a16:creationId xmlns:a16="http://schemas.microsoft.com/office/drawing/2014/main" id="{E15AC35D-F1F2-4B44-BB06-840FFF92339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154D4A12-C289-415B-84F3-72C8A05AEB72}"/>
                  </a:ext>
                </a:extLst>
              </p:cNvPr>
              <p:cNvGrpSpPr/>
              <p:nvPr/>
            </p:nvGrpSpPr>
            <p:grpSpPr>
              <a:xfrm>
                <a:off x="3183584" y="4513549"/>
                <a:ext cx="587581" cy="573043"/>
                <a:chOff x="3150268" y="3584661"/>
                <a:chExt cx="587581" cy="573043"/>
              </a:xfrm>
            </p:grpSpPr>
            <p:sp>
              <p:nvSpPr>
                <p:cNvPr id="306" name="矩形 305">
                  <a:extLst>
                    <a:ext uri="{FF2B5EF4-FFF2-40B4-BE49-F238E27FC236}">
                      <a16:creationId xmlns:a16="http://schemas.microsoft.com/office/drawing/2014/main" id="{0DA534AF-9013-462A-875B-13358972EA1A}"/>
                    </a:ext>
                  </a:extLst>
                </p:cNvPr>
                <p:cNvSpPr/>
                <p:nvPr/>
              </p:nvSpPr>
              <p:spPr>
                <a:xfrm>
                  <a:off x="3150268" y="3584661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307" name="对象 306">
                  <a:extLst>
                    <a:ext uri="{FF2B5EF4-FFF2-40B4-BE49-F238E27FC236}">
                      <a16:creationId xmlns:a16="http://schemas.microsoft.com/office/drawing/2014/main" id="{B3429CD4-ED1C-4015-93EE-DBC5FBFE655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98463934"/>
                    </p:ext>
                  </p:extLst>
                </p:nvPr>
              </p:nvGraphicFramePr>
              <p:xfrm>
                <a:off x="3256009" y="3738474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6" imgW="253800" imgH="164880" progId="Equation.DSMT4">
                        <p:embed/>
                      </p:oleObj>
                    </mc:Choice>
                    <mc:Fallback>
                      <p:oleObj name="Equation" r:id="rId36" imgW="253800" imgH="164880" progId="Equation.DSMT4">
                        <p:embed/>
                        <p:pic>
                          <p:nvPicPr>
                            <p:cNvPr id="307" name="对象 306">
                              <a:extLst>
                                <a:ext uri="{FF2B5EF4-FFF2-40B4-BE49-F238E27FC236}">
                                  <a16:creationId xmlns:a16="http://schemas.microsoft.com/office/drawing/2014/main" id="{B3429CD4-ED1C-4015-93EE-DBC5FBFE655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56009" y="3738474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35E638E-7BAE-4CC2-FA6E-76D3A09A27DD}"/>
              </a:ext>
            </a:extLst>
          </p:cNvPr>
          <p:cNvGrpSpPr/>
          <p:nvPr/>
        </p:nvGrpSpPr>
        <p:grpSpPr>
          <a:xfrm>
            <a:off x="6814720" y="3710796"/>
            <a:ext cx="5303804" cy="3121716"/>
            <a:chOff x="6518855" y="1679466"/>
            <a:chExt cx="5303804" cy="312171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2410D63-9009-61C2-7D73-344BDD31A97D}"/>
                </a:ext>
              </a:extLst>
            </p:cNvPr>
            <p:cNvSpPr txBox="1"/>
            <p:nvPr/>
          </p:nvSpPr>
          <p:spPr>
            <a:xfrm>
              <a:off x="7171550" y="4519835"/>
              <a:ext cx="7617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客户端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0934B93-1FF4-9165-C300-710002E59B13}"/>
                </a:ext>
              </a:extLst>
            </p:cNvPr>
            <p:cNvSpPr txBox="1"/>
            <p:nvPr/>
          </p:nvSpPr>
          <p:spPr>
            <a:xfrm>
              <a:off x="8847590" y="4515679"/>
              <a:ext cx="7617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客户端 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400F5D2-E319-448F-FC6C-CC0DCB2A21B5}"/>
                    </a:ext>
                  </a:extLst>
                </p:cNvPr>
                <p:cNvSpPr txBox="1"/>
                <p:nvPr/>
              </p:nvSpPr>
              <p:spPr>
                <a:xfrm>
                  <a:off x="10523630" y="4524183"/>
                  <a:ext cx="77559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客户端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400F5D2-E319-448F-FC6C-CC0DCB2A2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3630" y="4524183"/>
                  <a:ext cx="775597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787"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854D819-ABCB-567B-6C63-8FDA66F69CEB}"/>
                </a:ext>
              </a:extLst>
            </p:cNvPr>
            <p:cNvSpPr txBox="1"/>
            <p:nvPr/>
          </p:nvSpPr>
          <p:spPr>
            <a:xfrm>
              <a:off x="9868630" y="4493405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FF3376C-DA89-4E43-B0E4-654A338B9809}"/>
                </a:ext>
              </a:extLst>
            </p:cNvPr>
            <p:cNvSpPr txBox="1"/>
            <p:nvPr/>
          </p:nvSpPr>
          <p:spPr>
            <a:xfrm>
              <a:off x="8751409" y="1679466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中心服务器</a:t>
              </a: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5575E4E-2EBD-9DF8-4A53-3EE074D12FBF}"/>
                </a:ext>
              </a:extLst>
            </p:cNvPr>
            <p:cNvGrpSpPr/>
            <p:nvPr/>
          </p:nvGrpSpPr>
          <p:grpSpPr>
            <a:xfrm rot="16200000">
              <a:off x="8721710" y="1705345"/>
              <a:ext cx="1127367" cy="3086999"/>
              <a:chOff x="4565090" y="2341785"/>
              <a:chExt cx="1665950" cy="3086999"/>
            </a:xfrm>
          </p:grpSpPr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951D0901-B350-F62F-5749-A95F9C625741}"/>
                  </a:ext>
                </a:extLst>
              </p:cNvPr>
              <p:cNvCxnSpPr/>
              <p:nvPr/>
            </p:nvCxnSpPr>
            <p:spPr>
              <a:xfrm>
                <a:off x="4690332" y="2341785"/>
                <a:ext cx="1472411" cy="7082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F65250B4-65CF-9547-716D-CEFD98D9425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893826" y="4173651"/>
                <a:ext cx="807342" cy="14648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C9A0488B-4C63-9A6A-2D10-8D0901FCC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3659" y="3719681"/>
                <a:ext cx="139624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8FC1D7BA-AB3D-8DAA-7889-CBC6A634DB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82840" y="2554136"/>
                <a:ext cx="1459542" cy="6607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94C9B103-34EA-9829-0616-CE9F6BC607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3659" y="3894344"/>
                <a:ext cx="1396242" cy="74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28A9856D-2542-A41A-057B-45B53F5493C8}"/>
                  </a:ext>
                </a:extLst>
              </p:cNvPr>
              <p:cNvCxnSpPr/>
              <p:nvPr/>
            </p:nvCxnSpPr>
            <p:spPr>
              <a:xfrm flipV="1">
                <a:off x="4661761" y="4568545"/>
                <a:ext cx="1569279" cy="8602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16513D2-87EF-07FB-E7FD-B65401FFE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8460551" y="2047330"/>
              <a:ext cx="1420408" cy="690937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88C91F61-4183-757E-4B47-57497BD97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6518855" y="3879803"/>
              <a:ext cx="1671905" cy="568601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5BE76CF-CEAB-A8CB-1059-6B14E3B80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8334805" y="3879803"/>
              <a:ext cx="1671905" cy="56860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887369F-E1DF-032B-0110-D4EFB5FBD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150754" y="3879803"/>
              <a:ext cx="1671905" cy="5686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985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1CA3-8611-C8F4-EDE5-BBB6AB63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068CC478-592E-0BB1-ADA8-A1265BE6B697}"/>
              </a:ext>
            </a:extLst>
          </p:cNvPr>
          <p:cNvCxnSpPr/>
          <p:nvPr/>
        </p:nvCxnSpPr>
        <p:spPr>
          <a:xfrm>
            <a:off x="12356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118FB707-830F-C274-9B8F-54A5C090048F}"/>
              </a:ext>
            </a:extLst>
          </p:cNvPr>
          <p:cNvCxnSpPr/>
          <p:nvPr/>
        </p:nvCxnSpPr>
        <p:spPr>
          <a:xfrm>
            <a:off x="12356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1CA2156-DA40-86B1-2638-96C5059F7A63}"/>
              </a:ext>
            </a:extLst>
          </p:cNvPr>
          <p:cNvGrpSpPr/>
          <p:nvPr/>
        </p:nvGrpSpPr>
        <p:grpSpPr>
          <a:xfrm>
            <a:off x="12356" y="20310"/>
            <a:ext cx="2912957" cy="5554099"/>
            <a:chOff x="320223" y="366985"/>
            <a:chExt cx="2912957" cy="5554099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4B6B12C-2CC7-FF9A-D1F5-8EC775DCD9E4}"/>
                </a:ext>
              </a:extLst>
            </p:cNvPr>
            <p:cNvSpPr/>
            <p:nvPr/>
          </p:nvSpPr>
          <p:spPr>
            <a:xfrm>
              <a:off x="1897706" y="366985"/>
              <a:ext cx="753762" cy="33855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A44A1A3-5152-DD6A-CC1D-A47944836C94}"/>
                </a:ext>
              </a:extLst>
            </p:cNvPr>
            <p:cNvSpPr txBox="1"/>
            <p:nvPr/>
          </p:nvSpPr>
          <p:spPr>
            <a:xfrm>
              <a:off x="1976135" y="366985"/>
              <a:ext cx="596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9C1E77A-21B4-4A9E-D516-F867A871B02E}"/>
                </a:ext>
              </a:extLst>
            </p:cNvPr>
            <p:cNvSpPr/>
            <p:nvPr/>
          </p:nvSpPr>
          <p:spPr>
            <a:xfrm>
              <a:off x="1346885" y="1013012"/>
              <a:ext cx="1855404" cy="338554"/>
            </a:xfrm>
            <a:prstGeom prst="roundRect">
              <a:avLst>
                <a:gd name="adj" fmla="val 498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4EC792D-FB0E-78DC-DA8F-4154C9E30BA7}"/>
                </a:ext>
              </a:extLst>
            </p:cNvPr>
            <p:cNvSpPr txBox="1"/>
            <p:nvPr/>
          </p:nvSpPr>
          <p:spPr>
            <a:xfrm>
              <a:off x="1346885" y="1013012"/>
              <a:ext cx="18554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计算振幅编码角度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E66AEE6D-B464-A439-148F-478EE5B5C709}"/>
                </a:ext>
              </a:extLst>
            </p:cNvPr>
            <p:cNvSpPr/>
            <p:nvPr/>
          </p:nvSpPr>
          <p:spPr>
            <a:xfrm>
              <a:off x="1346885" y="1659039"/>
              <a:ext cx="1855405" cy="338554"/>
            </a:xfrm>
            <a:prstGeom prst="roundRect">
              <a:avLst>
                <a:gd name="adj" fmla="val 5735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18CB953-1255-65E4-1DA5-76E34CAC909D}"/>
                </a:ext>
              </a:extLst>
            </p:cNvPr>
            <p:cNvSpPr txBox="1"/>
            <p:nvPr/>
          </p:nvSpPr>
          <p:spPr>
            <a:xfrm>
              <a:off x="1346885" y="1659039"/>
              <a:ext cx="185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振幅编码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B8096EED-FC3C-6C19-7A1F-4E45FAD64306}"/>
                </a:ext>
              </a:extLst>
            </p:cNvPr>
            <p:cNvSpPr/>
            <p:nvPr/>
          </p:nvSpPr>
          <p:spPr>
            <a:xfrm>
              <a:off x="1346885" y="2305066"/>
              <a:ext cx="1855405" cy="338554"/>
            </a:xfrm>
            <a:prstGeom prst="roundRect">
              <a:avLst>
                <a:gd name="adj" fmla="val 5735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270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615E13D-A159-7689-3412-5C26FA91A522}"/>
                </a:ext>
              </a:extLst>
            </p:cNvPr>
            <p:cNvSpPr txBox="1"/>
            <p:nvPr/>
          </p:nvSpPr>
          <p:spPr>
            <a:xfrm>
              <a:off x="1346885" y="2305066"/>
              <a:ext cx="185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同态拟设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BB94894-1B16-B4F4-7BC2-DA4CC201B04F}"/>
                </a:ext>
              </a:extLst>
            </p:cNvPr>
            <p:cNvSpPr/>
            <p:nvPr/>
          </p:nvSpPr>
          <p:spPr>
            <a:xfrm>
              <a:off x="1346885" y="3597122"/>
              <a:ext cx="1855405" cy="338554"/>
            </a:xfrm>
            <a:prstGeom prst="roundRect">
              <a:avLst>
                <a:gd name="adj" fmla="val 8736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87EA9A-2267-25CA-F3B4-EBE9C2B9646A}"/>
                </a:ext>
              </a:extLst>
            </p:cNvPr>
            <p:cNvSpPr txBox="1"/>
            <p:nvPr/>
          </p:nvSpPr>
          <p:spPr>
            <a:xfrm>
              <a:off x="1346885" y="3597122"/>
              <a:ext cx="185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计算损失函数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0EB26841-CEE1-53A0-8EFB-ED4E10732F42}"/>
                </a:ext>
              </a:extLst>
            </p:cNvPr>
            <p:cNvSpPr/>
            <p:nvPr/>
          </p:nvSpPr>
          <p:spPr>
            <a:xfrm>
              <a:off x="1346885" y="2951093"/>
              <a:ext cx="1855405" cy="338554"/>
            </a:xfrm>
            <a:prstGeom prst="roundRect">
              <a:avLst>
                <a:gd name="adj" fmla="val 7236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8909B30-33F2-2AA8-466E-739A59E0FBDD}"/>
                </a:ext>
              </a:extLst>
            </p:cNvPr>
            <p:cNvSpPr txBox="1"/>
            <p:nvPr/>
          </p:nvSpPr>
          <p:spPr>
            <a:xfrm>
              <a:off x="1346885" y="2951093"/>
              <a:ext cx="185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测量</a:t>
              </a:r>
            </a:p>
          </p:txBody>
        </p:sp>
        <p:sp>
          <p:nvSpPr>
            <p:cNvPr id="21" name="菱形 20">
              <a:extLst>
                <a:ext uri="{FF2B5EF4-FFF2-40B4-BE49-F238E27FC236}">
                  <a16:creationId xmlns:a16="http://schemas.microsoft.com/office/drawing/2014/main" id="{C4AAC590-1793-88D5-1B65-1B69A12A393D}"/>
                </a:ext>
              </a:extLst>
            </p:cNvPr>
            <p:cNvSpPr/>
            <p:nvPr/>
          </p:nvSpPr>
          <p:spPr>
            <a:xfrm>
              <a:off x="1315994" y="4212374"/>
              <a:ext cx="1917186" cy="1062681"/>
            </a:xfrm>
            <a:prstGeom prst="diamond">
              <a:avLst/>
            </a:prstGeom>
            <a:solidFill>
              <a:srgbClr val="DDD6E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C74C313-5AB8-993A-F2D0-463A272D34DA}"/>
                </a:ext>
              </a:extLst>
            </p:cNvPr>
            <p:cNvSpPr txBox="1"/>
            <p:nvPr/>
          </p:nvSpPr>
          <p:spPr>
            <a:xfrm>
              <a:off x="1639534" y="4358087"/>
              <a:ext cx="126188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是否达到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指定训练轮次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或精度？</a:t>
              </a:r>
            </a:p>
          </p:txBody>
        </p: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189BA557-4098-48FD-0D0A-65314558211D}"/>
                </a:ext>
              </a:extLst>
            </p:cNvPr>
            <p:cNvCxnSpPr>
              <a:stCxn id="21" idx="1"/>
              <a:endCxn id="14" idx="1"/>
            </p:cNvCxnSpPr>
            <p:nvPr/>
          </p:nvCxnSpPr>
          <p:spPr>
            <a:xfrm rot="10800000" flipH="1">
              <a:off x="1315993" y="2458955"/>
              <a:ext cx="30891" cy="2284760"/>
            </a:xfrm>
            <a:prstGeom prst="bentConnector3">
              <a:avLst>
                <a:gd name="adj1" fmla="val -1720051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E1422EB6-53A1-535A-1753-32748A096BF5}"/>
                </a:ext>
              </a:extLst>
            </p:cNvPr>
            <p:cNvCxnSpPr>
              <a:cxnSpLocks/>
              <a:stCxn id="3" idx="2"/>
              <a:endCxn id="8" idx="0"/>
            </p:cNvCxnSpPr>
            <p:nvPr/>
          </p:nvCxnSpPr>
          <p:spPr>
            <a:xfrm>
              <a:off x="2274587" y="705539"/>
              <a:ext cx="0" cy="307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9ABF8C21-A861-03D2-888E-A6DBCD7C888B}"/>
                </a:ext>
              </a:extLst>
            </p:cNvPr>
            <p:cNvCxnSpPr>
              <a:cxnSpLocks/>
              <a:stCxn id="7" idx="2"/>
              <a:endCxn id="11" idx="0"/>
            </p:cNvCxnSpPr>
            <p:nvPr/>
          </p:nvCxnSpPr>
          <p:spPr>
            <a:xfrm>
              <a:off x="2274587" y="1351566"/>
              <a:ext cx="1" cy="307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31A3253-5977-15A8-8B8B-EE7D266F96D3}"/>
                </a:ext>
              </a:extLst>
            </p:cNvPr>
            <p:cNvCxnSpPr>
              <a:stCxn id="10" idx="2"/>
              <a:endCxn id="14" idx="0"/>
            </p:cNvCxnSpPr>
            <p:nvPr/>
          </p:nvCxnSpPr>
          <p:spPr>
            <a:xfrm>
              <a:off x="2274588" y="1997593"/>
              <a:ext cx="0" cy="307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4A345ABB-20BD-7D91-2DDE-DB5D005BCABB}"/>
                </a:ext>
              </a:extLst>
            </p:cNvPr>
            <p:cNvCxnSpPr>
              <a:stCxn id="13" idx="2"/>
              <a:endCxn id="19" idx="0"/>
            </p:cNvCxnSpPr>
            <p:nvPr/>
          </p:nvCxnSpPr>
          <p:spPr>
            <a:xfrm>
              <a:off x="2274588" y="2643620"/>
              <a:ext cx="0" cy="307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F94C8C8A-9127-9BD8-49C9-79F85039A4B0}"/>
                </a:ext>
              </a:extLst>
            </p:cNvPr>
            <p:cNvCxnSpPr>
              <a:cxnSpLocks/>
              <a:stCxn id="19" idx="2"/>
              <a:endCxn id="17" idx="0"/>
            </p:cNvCxnSpPr>
            <p:nvPr/>
          </p:nvCxnSpPr>
          <p:spPr>
            <a:xfrm>
              <a:off x="2274588" y="3289647"/>
              <a:ext cx="0" cy="3074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11B57FE-A827-2A9D-404A-55196240F28F}"/>
                </a:ext>
              </a:extLst>
            </p:cNvPr>
            <p:cNvCxnSpPr>
              <a:stCxn id="16" idx="2"/>
              <a:endCxn id="21" idx="0"/>
            </p:cNvCxnSpPr>
            <p:nvPr/>
          </p:nvCxnSpPr>
          <p:spPr>
            <a:xfrm flipH="1">
              <a:off x="2274587" y="3935676"/>
              <a:ext cx="1" cy="2766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83BB1FFC-6329-219F-01C2-77AB4D2772AC}"/>
                </a:ext>
              </a:extLst>
            </p:cNvPr>
            <p:cNvSpPr/>
            <p:nvPr/>
          </p:nvSpPr>
          <p:spPr>
            <a:xfrm>
              <a:off x="1897706" y="5582530"/>
              <a:ext cx="753762" cy="33855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8C4A098-27AB-0A30-3623-6F4B5E418D87}"/>
                </a:ext>
              </a:extLst>
            </p:cNvPr>
            <p:cNvSpPr txBox="1"/>
            <p:nvPr/>
          </p:nvSpPr>
          <p:spPr>
            <a:xfrm>
              <a:off x="1976135" y="5582530"/>
              <a:ext cx="596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</a:t>
              </a: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E29C7830-748C-F9AE-2B19-5662BAF8A34F}"/>
                </a:ext>
              </a:extLst>
            </p:cNvPr>
            <p:cNvCxnSpPr>
              <a:cxnSpLocks/>
              <a:stCxn id="21" idx="2"/>
              <a:endCxn id="43" idx="0"/>
            </p:cNvCxnSpPr>
            <p:nvPr/>
          </p:nvCxnSpPr>
          <p:spPr>
            <a:xfrm>
              <a:off x="2274587" y="5275055"/>
              <a:ext cx="0" cy="3074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AB7BBDAA-1FDA-A178-121A-93DBE823ADD8}"/>
                </a:ext>
              </a:extLst>
            </p:cNvPr>
            <p:cNvSpPr txBox="1"/>
            <p:nvPr/>
          </p:nvSpPr>
          <p:spPr>
            <a:xfrm>
              <a:off x="828367" y="4435937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4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否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D1B9603-5174-4C4C-E618-6AB8934CB131}"/>
                </a:ext>
              </a:extLst>
            </p:cNvPr>
            <p:cNvSpPr txBox="1"/>
            <p:nvPr/>
          </p:nvSpPr>
          <p:spPr>
            <a:xfrm>
              <a:off x="1877511" y="5237087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4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是</a:t>
              </a: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13844291-5BEC-2457-D049-39991B6DB4BB}"/>
                </a:ext>
              </a:extLst>
            </p:cNvPr>
            <p:cNvSpPr/>
            <p:nvPr/>
          </p:nvSpPr>
          <p:spPr>
            <a:xfrm>
              <a:off x="320223" y="3280040"/>
              <a:ext cx="934057" cy="338554"/>
            </a:xfrm>
            <a:prstGeom prst="roundRect">
              <a:avLst>
                <a:gd name="adj" fmla="val 8736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89F13A6-9DEC-D59D-C859-F3C093AEFE9D}"/>
                </a:ext>
              </a:extLst>
            </p:cNvPr>
            <p:cNvSpPr txBox="1"/>
            <p:nvPr/>
          </p:nvSpPr>
          <p:spPr>
            <a:xfrm>
              <a:off x="320224" y="3280039"/>
              <a:ext cx="9340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优化器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8FF3D71-5A75-E56C-54CD-421DA3428B3A}"/>
              </a:ext>
            </a:extLst>
          </p:cNvPr>
          <p:cNvGrpSpPr/>
          <p:nvPr/>
        </p:nvGrpSpPr>
        <p:grpSpPr>
          <a:xfrm>
            <a:off x="2960495" y="20310"/>
            <a:ext cx="1855405" cy="4781253"/>
            <a:chOff x="6726193" y="451423"/>
            <a:chExt cx="1855405" cy="4781253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E3BAE2C1-5519-563A-E08D-14BA066B31D6}"/>
                </a:ext>
              </a:extLst>
            </p:cNvPr>
            <p:cNvGrpSpPr/>
            <p:nvPr/>
          </p:nvGrpSpPr>
          <p:grpSpPr>
            <a:xfrm>
              <a:off x="7277014" y="451423"/>
              <a:ext cx="753762" cy="338554"/>
              <a:chOff x="7277014" y="451423"/>
              <a:chExt cx="753762" cy="338554"/>
            </a:xfrm>
          </p:grpSpPr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4D3355A6-C2FB-9F32-9535-A34359B5C0F1}"/>
                  </a:ext>
                </a:extLst>
              </p:cNvPr>
              <p:cNvSpPr/>
              <p:nvPr/>
            </p:nvSpPr>
            <p:spPr>
              <a:xfrm>
                <a:off x="7277014" y="451423"/>
                <a:ext cx="753762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F36C2F-2F39-5C62-8FA5-E94E3E87D436}"/>
                  </a:ext>
                </a:extLst>
              </p:cNvPr>
              <p:cNvSpPr txBox="1"/>
              <p:nvPr/>
            </p:nvSpPr>
            <p:spPr>
              <a:xfrm>
                <a:off x="7355443" y="451423"/>
                <a:ext cx="5969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开始</a:t>
                </a:r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F9083EFE-2F2F-1C97-B227-3AAC6F7FA5CD}"/>
                </a:ext>
              </a:extLst>
            </p:cNvPr>
            <p:cNvGrpSpPr/>
            <p:nvPr/>
          </p:nvGrpSpPr>
          <p:grpSpPr>
            <a:xfrm>
              <a:off x="6726193" y="1013012"/>
              <a:ext cx="1855404" cy="338554"/>
              <a:chOff x="6726193" y="1097450"/>
              <a:chExt cx="1855404" cy="338554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08034550-B5BF-0C97-A6B9-C965E9397132}"/>
                  </a:ext>
                </a:extLst>
              </p:cNvPr>
              <p:cNvSpPr/>
              <p:nvPr/>
            </p:nvSpPr>
            <p:spPr>
              <a:xfrm>
                <a:off x="6726193" y="1097450"/>
                <a:ext cx="1855404" cy="338554"/>
              </a:xfrm>
              <a:prstGeom prst="roundRect">
                <a:avLst>
                  <a:gd name="adj" fmla="val 948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43D8CF-1EE8-1C12-FE6F-C64BFCA33E86}"/>
                  </a:ext>
                </a:extLst>
              </p:cNvPr>
              <p:cNvSpPr txBox="1"/>
              <p:nvPr/>
            </p:nvSpPr>
            <p:spPr>
              <a:xfrm>
                <a:off x="6726193" y="1097450"/>
                <a:ext cx="18554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编码量子态</a:t>
                </a:r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BD773430-C046-4FD8-10D2-41F9CFD5D8D4}"/>
                </a:ext>
              </a:extLst>
            </p:cNvPr>
            <p:cNvGrpSpPr/>
            <p:nvPr/>
          </p:nvGrpSpPr>
          <p:grpSpPr>
            <a:xfrm>
              <a:off x="6726193" y="1655539"/>
              <a:ext cx="1855405" cy="338554"/>
              <a:chOff x="6726193" y="1743477"/>
              <a:chExt cx="1855405" cy="338554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2984AECC-7CCD-FE31-24C9-CA733A88BD34}"/>
                  </a:ext>
                </a:extLst>
              </p:cNvPr>
              <p:cNvSpPr/>
              <p:nvPr/>
            </p:nvSpPr>
            <p:spPr>
              <a:xfrm>
                <a:off x="6726193" y="1743477"/>
                <a:ext cx="1855405" cy="338554"/>
              </a:xfrm>
              <a:prstGeom prst="roundRect">
                <a:avLst>
                  <a:gd name="adj" fmla="val 648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87658E0-D81E-8B64-91ED-3C40E8861989}"/>
                  </a:ext>
                </a:extLst>
              </p:cNvPr>
              <p:cNvSpPr txBox="1"/>
              <p:nvPr/>
            </p:nvSpPr>
            <p:spPr>
              <a:xfrm>
                <a:off x="6726193" y="1743477"/>
                <a:ext cx="18554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泡利密钥加密</a:t>
                </a:r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7AEF8935-02AF-4C79-A9E4-93124DF4F4F0}"/>
                </a:ext>
              </a:extLst>
            </p:cNvPr>
            <p:cNvGrpSpPr/>
            <p:nvPr/>
          </p:nvGrpSpPr>
          <p:grpSpPr>
            <a:xfrm>
              <a:off x="6726193" y="2951093"/>
              <a:ext cx="1855405" cy="338554"/>
              <a:chOff x="6726193" y="2723136"/>
              <a:chExt cx="1855405" cy="338554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EEA1E4B1-45B8-A7EB-4A41-737D8AB80999}"/>
                  </a:ext>
                </a:extLst>
              </p:cNvPr>
              <p:cNvSpPr/>
              <p:nvPr/>
            </p:nvSpPr>
            <p:spPr>
              <a:xfrm>
                <a:off x="6726193" y="2723136"/>
                <a:ext cx="1855405" cy="338554"/>
              </a:xfrm>
              <a:prstGeom prst="roundRect">
                <a:avLst>
                  <a:gd name="adj" fmla="val 10237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865E051-54AD-67AA-5648-FF78585F464D}"/>
                  </a:ext>
                </a:extLst>
              </p:cNvPr>
              <p:cNvSpPr txBox="1"/>
              <p:nvPr/>
            </p:nvSpPr>
            <p:spPr>
              <a:xfrm>
                <a:off x="6726193" y="2723136"/>
                <a:ext cx="18554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泡利密钥更新</a:t>
                </a: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68345FF6-90FA-2487-DAF4-83F29603DB23}"/>
                </a:ext>
              </a:extLst>
            </p:cNvPr>
            <p:cNvGrpSpPr/>
            <p:nvPr/>
          </p:nvGrpSpPr>
          <p:grpSpPr>
            <a:xfrm>
              <a:off x="6726193" y="4245622"/>
              <a:ext cx="1855405" cy="338554"/>
              <a:chOff x="6726193" y="4422939"/>
              <a:chExt cx="1855405" cy="338554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2142A1B9-39D2-4FC2-3ED4-D7257376542D}"/>
                  </a:ext>
                </a:extLst>
              </p:cNvPr>
              <p:cNvSpPr/>
              <p:nvPr/>
            </p:nvSpPr>
            <p:spPr>
              <a:xfrm>
                <a:off x="6726193" y="4422939"/>
                <a:ext cx="1855405" cy="338554"/>
              </a:xfrm>
              <a:prstGeom prst="roundRect">
                <a:avLst>
                  <a:gd name="adj" fmla="val 948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C84FDE2-01CB-5DAA-3D78-14EEE8CDAFAF}"/>
                  </a:ext>
                </a:extLst>
              </p:cNvPr>
              <p:cNvSpPr txBox="1"/>
              <p:nvPr/>
            </p:nvSpPr>
            <p:spPr>
              <a:xfrm>
                <a:off x="6726193" y="4422939"/>
                <a:ext cx="18554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解密</a:t>
                </a:r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44528A5F-62B3-96FF-4E97-6EBD960D3D4D}"/>
                </a:ext>
              </a:extLst>
            </p:cNvPr>
            <p:cNvGrpSpPr/>
            <p:nvPr/>
          </p:nvGrpSpPr>
          <p:grpSpPr>
            <a:xfrm>
              <a:off x="6726193" y="3597122"/>
              <a:ext cx="1855405" cy="338554"/>
              <a:chOff x="6726193" y="3618594"/>
              <a:chExt cx="1855405" cy="338554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09E352E4-6435-E970-0C7E-CBF4C1BF7F57}"/>
                  </a:ext>
                </a:extLst>
              </p:cNvPr>
              <p:cNvSpPr/>
              <p:nvPr/>
            </p:nvSpPr>
            <p:spPr>
              <a:xfrm>
                <a:off x="6726193" y="3618594"/>
                <a:ext cx="1855405" cy="338554"/>
              </a:xfrm>
              <a:prstGeom prst="roundRect">
                <a:avLst>
                  <a:gd name="adj" fmla="val 648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FC2E09A-423C-EBB2-CC4A-CB2B949D0EEA}"/>
                  </a:ext>
                </a:extLst>
              </p:cNvPr>
              <p:cNvSpPr txBox="1"/>
              <p:nvPr/>
            </p:nvSpPr>
            <p:spPr>
              <a:xfrm>
                <a:off x="6726193" y="3618594"/>
                <a:ext cx="18554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同态拟设参数更新</a:t>
                </a:r>
              </a:p>
            </p:txBody>
          </p:sp>
        </p:grp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52B13270-FBA3-42C2-15B0-B9E62AC502FB}"/>
                </a:ext>
              </a:extLst>
            </p:cNvPr>
            <p:cNvCxnSpPr>
              <a:cxnSpLocks/>
              <a:stCxn id="2" idx="2"/>
              <a:endCxn id="9" idx="0"/>
            </p:cNvCxnSpPr>
            <p:nvPr/>
          </p:nvCxnSpPr>
          <p:spPr>
            <a:xfrm>
              <a:off x="7653895" y="789977"/>
              <a:ext cx="0" cy="2230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4319046D-4B14-69E4-5A4C-E5E511411A20}"/>
                </a:ext>
              </a:extLst>
            </p:cNvPr>
            <p:cNvCxnSpPr>
              <a:cxnSpLocks/>
              <a:stCxn id="6" idx="2"/>
              <a:endCxn id="15" idx="0"/>
            </p:cNvCxnSpPr>
            <p:nvPr/>
          </p:nvCxnSpPr>
          <p:spPr>
            <a:xfrm>
              <a:off x="7653895" y="1351566"/>
              <a:ext cx="1" cy="3039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C2CC3EC5-A016-57D4-A06C-81966223468C}"/>
                </a:ext>
              </a:extLst>
            </p:cNvPr>
            <p:cNvCxnSpPr>
              <a:cxnSpLocks/>
              <a:stCxn id="12" idx="2"/>
              <a:endCxn id="62" idx="0"/>
            </p:cNvCxnSpPr>
            <p:nvPr/>
          </p:nvCxnSpPr>
          <p:spPr>
            <a:xfrm>
              <a:off x="7653896" y="1994093"/>
              <a:ext cx="0" cy="3109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F433921-353B-329A-B7A8-17FD3D180C23}"/>
                </a:ext>
              </a:extLst>
            </p:cNvPr>
            <p:cNvCxnSpPr>
              <a:stCxn id="18" idx="2"/>
              <a:endCxn id="26" idx="0"/>
            </p:cNvCxnSpPr>
            <p:nvPr/>
          </p:nvCxnSpPr>
          <p:spPr>
            <a:xfrm>
              <a:off x="7653896" y="3289647"/>
              <a:ext cx="0" cy="3074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B1645DB7-98EE-4C0B-1C26-49EFDB203421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>
              <a:off x="7653896" y="3935676"/>
              <a:ext cx="0" cy="3099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F74D79B2-E785-70C6-030D-B7CBA9A0BBA1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flipH="1">
              <a:off x="7653895" y="4584176"/>
              <a:ext cx="1" cy="3166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D1329340-BBA7-6411-688E-27070C879717}"/>
                </a:ext>
              </a:extLst>
            </p:cNvPr>
            <p:cNvGrpSpPr/>
            <p:nvPr/>
          </p:nvGrpSpPr>
          <p:grpSpPr>
            <a:xfrm>
              <a:off x="7277014" y="4894122"/>
              <a:ext cx="753762" cy="338554"/>
              <a:chOff x="7277014" y="5038191"/>
              <a:chExt cx="753762" cy="338554"/>
            </a:xfrm>
          </p:grpSpPr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0AF00023-D42F-5F63-A0CD-F81274AF2F3C}"/>
                  </a:ext>
                </a:extLst>
              </p:cNvPr>
              <p:cNvSpPr/>
              <p:nvPr/>
            </p:nvSpPr>
            <p:spPr>
              <a:xfrm>
                <a:off x="7277014" y="5038191"/>
                <a:ext cx="753762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1A927F8-D5B7-D13C-4227-ADDB296E9ECF}"/>
                  </a:ext>
                </a:extLst>
              </p:cNvPr>
              <p:cNvSpPr txBox="1"/>
              <p:nvPr/>
            </p:nvSpPr>
            <p:spPr>
              <a:xfrm>
                <a:off x="7355443" y="5053271"/>
                <a:ext cx="5969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结束</a:t>
                </a:r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11437D7D-0978-FC25-B50E-672788057BAF}"/>
                </a:ext>
              </a:extLst>
            </p:cNvPr>
            <p:cNvGrpSpPr/>
            <p:nvPr/>
          </p:nvGrpSpPr>
          <p:grpSpPr>
            <a:xfrm>
              <a:off x="6726193" y="2305073"/>
              <a:ext cx="1855405" cy="338554"/>
              <a:chOff x="6726193" y="2238542"/>
              <a:chExt cx="1855405" cy="338554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F543AD29-EE87-A3F5-E9EB-559ACBC3AB79}"/>
                  </a:ext>
                </a:extLst>
              </p:cNvPr>
              <p:cNvSpPr/>
              <p:nvPr/>
            </p:nvSpPr>
            <p:spPr>
              <a:xfrm>
                <a:off x="6726193" y="2238542"/>
                <a:ext cx="1855405" cy="338554"/>
              </a:xfrm>
              <a:prstGeom prst="roundRect">
                <a:avLst>
                  <a:gd name="adj" fmla="val 5735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9C197CD-1C93-35CF-F3D6-572B12E28D4C}"/>
                  </a:ext>
                </a:extLst>
              </p:cNvPr>
              <p:cNvSpPr txBox="1"/>
              <p:nvPr/>
            </p:nvSpPr>
            <p:spPr>
              <a:xfrm>
                <a:off x="6726193" y="2238542"/>
                <a:ext cx="18554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量子态加密</a:t>
                </a:r>
              </a:p>
            </p:txBody>
          </p:sp>
        </p:grp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7BD585FC-F53C-CF09-C684-01467631C319}"/>
                </a:ext>
              </a:extLst>
            </p:cNvPr>
            <p:cNvCxnSpPr>
              <a:cxnSpLocks/>
              <a:stCxn id="61" idx="2"/>
              <a:endCxn id="23" idx="0"/>
            </p:cNvCxnSpPr>
            <p:nvPr/>
          </p:nvCxnSpPr>
          <p:spPr>
            <a:xfrm>
              <a:off x="7653896" y="2643627"/>
              <a:ext cx="0" cy="3074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6B31A11-F3B5-4A04-267B-B2F9075D3EE0}"/>
              </a:ext>
            </a:extLst>
          </p:cNvPr>
          <p:cNvGrpSpPr/>
          <p:nvPr/>
        </p:nvGrpSpPr>
        <p:grpSpPr>
          <a:xfrm>
            <a:off x="5114351" y="39687"/>
            <a:ext cx="6479542" cy="3970469"/>
            <a:chOff x="1031893" y="1476632"/>
            <a:chExt cx="6479542" cy="397046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FC057619-806A-4F5D-4A0C-28658CBA2DA4}"/>
                </a:ext>
              </a:extLst>
            </p:cNvPr>
            <p:cNvSpPr/>
            <p:nvPr/>
          </p:nvSpPr>
          <p:spPr>
            <a:xfrm>
              <a:off x="6160137" y="1541993"/>
              <a:ext cx="1351298" cy="31699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1C9D2E0F-0F53-48E5-A6FD-919DEBB9994A}"/>
                </a:ext>
              </a:extLst>
            </p:cNvPr>
            <p:cNvSpPr/>
            <p:nvPr/>
          </p:nvSpPr>
          <p:spPr>
            <a:xfrm>
              <a:off x="3425644" y="1545630"/>
              <a:ext cx="2517071" cy="3169917"/>
            </a:xfrm>
            <a:prstGeom prst="roundRect">
              <a:avLst>
                <a:gd name="adj" fmla="val 1028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8BBD6C01-8CD5-22A3-73E0-CD42291E4D75}"/>
                </a:ext>
              </a:extLst>
            </p:cNvPr>
            <p:cNvSpPr/>
            <p:nvPr/>
          </p:nvSpPr>
          <p:spPr>
            <a:xfrm>
              <a:off x="1803389" y="1545630"/>
              <a:ext cx="1351298" cy="31699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0F29144-B610-7187-69FE-EF6008A35391}"/>
                </a:ext>
              </a:extLst>
            </p:cNvPr>
            <p:cNvGrpSpPr/>
            <p:nvPr/>
          </p:nvGrpSpPr>
          <p:grpSpPr>
            <a:xfrm>
              <a:off x="1610779" y="1937225"/>
              <a:ext cx="4942361" cy="2173188"/>
              <a:chOff x="1742799" y="1417756"/>
              <a:chExt cx="5166000" cy="2173188"/>
            </a:xfrm>
          </p:grpSpPr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B56022D6-821D-4614-2968-2F537AB05F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1417756"/>
                <a:ext cx="516600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6549886E-0244-8C15-CE58-9D115BEAD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2515930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1FF77FFA-DF29-1020-1E21-70F9A9CEE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3590944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98B68902-7624-EBF7-7BE1-2A8E6AD47C10}"/>
                </a:ext>
              </a:extLst>
            </p:cNvPr>
            <p:cNvGrpSpPr/>
            <p:nvPr/>
          </p:nvGrpSpPr>
          <p:grpSpPr>
            <a:xfrm>
              <a:off x="6566547" y="1821253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A758BE75-2DA6-19B9-EDC9-C32BAA692EBA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弧形 91">
                <a:extLst>
                  <a:ext uri="{FF2B5EF4-FFF2-40B4-BE49-F238E27FC236}">
                    <a16:creationId xmlns:a16="http://schemas.microsoft.com/office/drawing/2014/main" id="{A7C550FA-897E-DA11-EB1B-9794E883A44B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3" name="直接箭头连接符 92">
                <a:extLst>
                  <a:ext uri="{FF2B5EF4-FFF2-40B4-BE49-F238E27FC236}">
                    <a16:creationId xmlns:a16="http://schemas.microsoft.com/office/drawing/2014/main" id="{3BB5A1FE-52CD-B365-9C42-940573BB6D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B3BB9B77-ADF8-00F8-9705-68E683C76647}"/>
                </a:ext>
              </a:extLst>
            </p:cNvPr>
            <p:cNvGrpSpPr/>
            <p:nvPr/>
          </p:nvGrpSpPr>
          <p:grpSpPr>
            <a:xfrm>
              <a:off x="6566547" y="2855972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356F9059-2FD1-E654-ACE5-F4C571E909AE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弧形 88">
                <a:extLst>
                  <a:ext uri="{FF2B5EF4-FFF2-40B4-BE49-F238E27FC236}">
                    <a16:creationId xmlns:a16="http://schemas.microsoft.com/office/drawing/2014/main" id="{DBFC1EB5-3E4C-16BD-FA68-693BD5E68652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0" name="直接箭头连接符 89">
                <a:extLst>
                  <a:ext uri="{FF2B5EF4-FFF2-40B4-BE49-F238E27FC236}">
                    <a16:creationId xmlns:a16="http://schemas.microsoft.com/office/drawing/2014/main" id="{DB168758-F857-2B21-EC1C-289DEE8B36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C6678A0F-5805-297B-78EF-7D4AED733A4C}"/>
                </a:ext>
              </a:extLst>
            </p:cNvPr>
            <p:cNvGrpSpPr/>
            <p:nvPr/>
          </p:nvGrpSpPr>
          <p:grpSpPr>
            <a:xfrm>
              <a:off x="6566547" y="3890691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2736B738-E0CC-9DF6-5C71-ADF4AB06546A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弧形 85">
                <a:extLst>
                  <a:ext uri="{FF2B5EF4-FFF2-40B4-BE49-F238E27FC236}">
                    <a16:creationId xmlns:a16="http://schemas.microsoft.com/office/drawing/2014/main" id="{2C37B0AA-3C35-4A53-1B28-792B85D29618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7" name="直接箭头连接符 86">
                <a:extLst>
                  <a:ext uri="{FF2B5EF4-FFF2-40B4-BE49-F238E27FC236}">
                    <a16:creationId xmlns:a16="http://schemas.microsoft.com/office/drawing/2014/main" id="{942C7F6C-F5EF-A56F-407E-D6E4E2A6CD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ED6C6792-874B-ABB0-6000-AB680245C6FB}"/>
                    </a:ext>
                  </a:extLst>
                </p:cNvPr>
                <p:cNvSpPr/>
                <p:nvPr/>
              </p:nvSpPr>
              <p:spPr>
                <a:xfrm>
                  <a:off x="2090927" y="1712368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ED6C6792-874B-ABB0-6000-AB680245C6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927" y="1712368"/>
                  <a:ext cx="727127" cy="573043"/>
                </a:xfrm>
                <a:prstGeom prst="rect">
                  <a:avLst/>
                </a:prstGeom>
                <a:blipFill>
                  <a:blip r:embed="rId3"/>
                  <a:stretch>
                    <a:fillRect l="-163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D3482F47-FA5A-3F2D-389E-49698A525C66}"/>
                    </a:ext>
                  </a:extLst>
                </p:cNvPr>
                <p:cNvSpPr/>
                <p:nvPr/>
              </p:nvSpPr>
              <p:spPr>
                <a:xfrm>
                  <a:off x="2090927" y="3805494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D3482F47-FA5A-3F2D-389E-49698A525C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927" y="3805494"/>
                  <a:ext cx="727127" cy="573043"/>
                </a:xfrm>
                <a:prstGeom prst="rect">
                  <a:avLst/>
                </a:prstGeom>
                <a:blipFill>
                  <a:blip r:embed="rId4"/>
                  <a:stretch>
                    <a:fillRect l="-245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1AB48184-D8F9-52ED-9FD8-FD5BA959D9C7}"/>
                    </a:ext>
                  </a:extLst>
                </p:cNvPr>
                <p:cNvSpPr/>
                <p:nvPr/>
              </p:nvSpPr>
              <p:spPr>
                <a:xfrm>
                  <a:off x="2090927" y="2758931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1AB48184-D8F9-52ED-9FD8-FD5BA959D9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927" y="2758931"/>
                  <a:ext cx="727127" cy="573043"/>
                </a:xfrm>
                <a:prstGeom prst="rect">
                  <a:avLst/>
                </a:prstGeom>
                <a:blipFill>
                  <a:blip r:embed="rId5"/>
                  <a:stretch>
                    <a:fillRect l="-245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BF29A296-5B39-9FC9-C4BD-8B6928291FBD}"/>
                    </a:ext>
                  </a:extLst>
                </p:cNvPr>
                <p:cNvSpPr/>
                <p:nvPr/>
              </p:nvSpPr>
              <p:spPr>
                <a:xfrm>
                  <a:off x="3742650" y="1673328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BF29A296-5B39-9FC9-C4BD-8B6928291F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2650" y="1673328"/>
                  <a:ext cx="727889" cy="663286"/>
                </a:xfrm>
                <a:prstGeom prst="rect">
                  <a:avLst/>
                </a:prstGeom>
                <a:blipFill>
                  <a:blip r:embed="rId6"/>
                  <a:stretch>
                    <a:fillRect l="-8197" r="-13115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矩形 66">
                  <a:extLst>
                    <a:ext uri="{FF2B5EF4-FFF2-40B4-BE49-F238E27FC236}">
                      <a16:creationId xmlns:a16="http://schemas.microsoft.com/office/drawing/2014/main" id="{E654D01E-7353-D86D-23D9-225B29361D77}"/>
                    </a:ext>
                  </a:extLst>
                </p:cNvPr>
                <p:cNvSpPr/>
                <p:nvPr/>
              </p:nvSpPr>
              <p:spPr>
                <a:xfrm>
                  <a:off x="4839434" y="2759938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矩形 66">
                  <a:extLst>
                    <a:ext uri="{FF2B5EF4-FFF2-40B4-BE49-F238E27FC236}">
                      <a16:creationId xmlns:a16="http://schemas.microsoft.com/office/drawing/2014/main" id="{E654D01E-7353-D86D-23D9-225B29361D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9434" y="2759938"/>
                  <a:ext cx="727889" cy="1618599"/>
                </a:xfrm>
                <a:prstGeom prst="rect">
                  <a:avLst/>
                </a:prstGeom>
                <a:blipFill>
                  <a:blip r:embed="rId7"/>
                  <a:stretch>
                    <a:fillRect l="-8197" r="-13115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A9017BA7-6ABE-C4D0-F27B-422C48724E9C}"/>
                    </a:ext>
                  </a:extLst>
                </p:cNvPr>
                <p:cNvSpPr txBox="1"/>
                <p:nvPr/>
              </p:nvSpPr>
              <p:spPr>
                <a:xfrm>
                  <a:off x="1031893" y="2816956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A9017BA7-6ABE-C4D0-F27B-422C48724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893" y="2816956"/>
                  <a:ext cx="543358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C0D27B7C-6639-111B-5308-E9A3F3DBB82A}"/>
                    </a:ext>
                  </a:extLst>
                </p:cNvPr>
                <p:cNvSpPr txBox="1"/>
                <p:nvPr/>
              </p:nvSpPr>
              <p:spPr>
                <a:xfrm>
                  <a:off x="1031893" y="1745171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C0D27B7C-6639-111B-5308-E9A3F3DBB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893" y="1745171"/>
                  <a:ext cx="543358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8BDCAE41-28C7-7F86-697E-0F19380766D6}"/>
                    </a:ext>
                  </a:extLst>
                </p:cNvPr>
                <p:cNvSpPr txBox="1"/>
                <p:nvPr/>
              </p:nvSpPr>
              <p:spPr>
                <a:xfrm>
                  <a:off x="1031893" y="3888740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8BDCAE41-28C7-7F86-697E-0F1938076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893" y="3888740"/>
                  <a:ext cx="543358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D7847DA3-DDEC-DAD9-2FAD-D1049DDA8BF9}"/>
                    </a:ext>
                  </a:extLst>
                </p:cNvPr>
                <p:cNvSpPr/>
                <p:nvPr/>
              </p:nvSpPr>
              <p:spPr>
                <a:xfrm>
                  <a:off x="3742650" y="2758931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D7847DA3-DDEC-DAD9-2FAD-D1049DDA8B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2650" y="2758931"/>
                  <a:ext cx="727889" cy="663286"/>
                </a:xfrm>
                <a:prstGeom prst="rect">
                  <a:avLst/>
                </a:prstGeom>
                <a:blipFill>
                  <a:blip r:embed="rId11"/>
                  <a:stretch>
                    <a:fillRect l="-8197" r="-13115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05E57B5F-DC27-F32A-109D-F15A05696F2E}"/>
                </a:ext>
              </a:extLst>
            </p:cNvPr>
            <p:cNvSpPr/>
            <p:nvPr/>
          </p:nvSpPr>
          <p:spPr>
            <a:xfrm>
              <a:off x="3330147" y="1476632"/>
              <a:ext cx="2718486" cy="358963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F43C5334-DA98-526B-07A5-655896259A36}"/>
                </a:ext>
              </a:extLst>
            </p:cNvPr>
            <p:cNvSpPr txBox="1"/>
            <p:nvPr/>
          </p:nvSpPr>
          <p:spPr>
            <a:xfrm>
              <a:off x="4130181" y="5077769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重复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次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3CB9D2A-8483-4FC4-B829-C478CBB41996}"/>
                </a:ext>
              </a:extLst>
            </p:cNvPr>
            <p:cNvSpPr txBox="1"/>
            <p:nvPr/>
          </p:nvSpPr>
          <p:spPr>
            <a:xfrm>
              <a:off x="4245598" y="4711909"/>
              <a:ext cx="877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基础层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022994DB-20AF-C1D2-A3C8-1DA621212944}"/>
                </a:ext>
              </a:extLst>
            </p:cNvPr>
            <p:cNvSpPr txBox="1"/>
            <p:nvPr/>
          </p:nvSpPr>
          <p:spPr>
            <a:xfrm>
              <a:off x="2011820" y="4711909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编码器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4AB706E2-266B-4226-1C5D-311BA025D8A1}"/>
                </a:ext>
              </a:extLst>
            </p:cNvPr>
            <p:cNvSpPr txBox="1"/>
            <p:nvPr/>
          </p:nvSpPr>
          <p:spPr>
            <a:xfrm>
              <a:off x="6511914" y="468975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测量</a:t>
              </a: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A768A9CF-ED27-3EDC-3E62-213DC6B1041F}"/>
              </a:ext>
            </a:extLst>
          </p:cNvPr>
          <p:cNvGrpSpPr/>
          <p:nvPr/>
        </p:nvGrpSpPr>
        <p:grpSpPr>
          <a:xfrm>
            <a:off x="5427258" y="3904786"/>
            <a:ext cx="6678758" cy="2939979"/>
            <a:chOff x="2191434" y="609629"/>
            <a:chExt cx="7607435" cy="3774987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B28CFF32-0771-44D9-94DB-CF09FE97EB5B}"/>
                </a:ext>
              </a:extLst>
            </p:cNvPr>
            <p:cNvSpPr/>
            <p:nvPr/>
          </p:nvSpPr>
          <p:spPr>
            <a:xfrm>
              <a:off x="7356452" y="1214698"/>
              <a:ext cx="1351298" cy="31699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3BADAFC0-DF59-EE37-2923-F336D52A91DE}"/>
                </a:ext>
              </a:extLst>
            </p:cNvPr>
            <p:cNvSpPr/>
            <p:nvPr/>
          </p:nvSpPr>
          <p:spPr>
            <a:xfrm>
              <a:off x="4585185" y="1214697"/>
              <a:ext cx="2517071" cy="316991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FFA10A79-A664-D6CE-5666-B14E3F1FF8E7}"/>
                </a:ext>
              </a:extLst>
            </p:cNvPr>
            <p:cNvSpPr/>
            <p:nvPr/>
          </p:nvSpPr>
          <p:spPr>
            <a:xfrm>
              <a:off x="2962930" y="1214697"/>
              <a:ext cx="1351298" cy="31699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23EC8ADD-73B8-4646-C8E0-5DC0C22FAF46}"/>
                </a:ext>
              </a:extLst>
            </p:cNvPr>
            <p:cNvGrpSpPr/>
            <p:nvPr/>
          </p:nvGrpSpPr>
          <p:grpSpPr>
            <a:xfrm>
              <a:off x="2770321" y="1606292"/>
              <a:ext cx="4663431" cy="2173188"/>
              <a:chOff x="1742799" y="1417756"/>
              <a:chExt cx="5166000" cy="2173188"/>
            </a:xfrm>
          </p:grpSpPr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E3734395-A6FA-E2C2-9515-D31C55C1D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1417756"/>
                <a:ext cx="516600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090A76FB-041E-BD78-31AD-06F44B3413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2515930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E7E8DDE2-2B45-0710-0C55-85CB3C39C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3590944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01C8E5B0-4BA0-52D6-D96F-AFE6B39E70C1}"/>
                </a:ext>
              </a:extLst>
            </p:cNvPr>
            <p:cNvGrpSpPr/>
            <p:nvPr/>
          </p:nvGrpSpPr>
          <p:grpSpPr>
            <a:xfrm>
              <a:off x="7762862" y="1493958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C6D1C2F9-4B5D-CF6F-B720-AEBA182E4960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弧形 127">
                <a:extLst>
                  <a:ext uri="{FF2B5EF4-FFF2-40B4-BE49-F238E27FC236}">
                    <a16:creationId xmlns:a16="http://schemas.microsoft.com/office/drawing/2014/main" id="{256A789A-8D7E-528F-FFA9-0D0765C64F80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9" name="直接箭头连接符 128">
                <a:extLst>
                  <a:ext uri="{FF2B5EF4-FFF2-40B4-BE49-F238E27FC236}">
                    <a16:creationId xmlns:a16="http://schemas.microsoft.com/office/drawing/2014/main" id="{85C70FCF-6E3C-AA4C-5CC3-F508422D5E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D7272534-33E3-22EA-0B32-E7598C1CBEEB}"/>
                </a:ext>
              </a:extLst>
            </p:cNvPr>
            <p:cNvGrpSpPr/>
            <p:nvPr/>
          </p:nvGrpSpPr>
          <p:grpSpPr>
            <a:xfrm>
              <a:off x="7762862" y="2528677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DBEF1DF8-287F-5C12-5D08-5A217894A7AF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弧形 124">
                <a:extLst>
                  <a:ext uri="{FF2B5EF4-FFF2-40B4-BE49-F238E27FC236}">
                    <a16:creationId xmlns:a16="http://schemas.microsoft.com/office/drawing/2014/main" id="{DD549A73-567C-85B0-8F9F-B9B2E6B2FA74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6" name="直接箭头连接符 125">
                <a:extLst>
                  <a:ext uri="{FF2B5EF4-FFF2-40B4-BE49-F238E27FC236}">
                    <a16:creationId xmlns:a16="http://schemas.microsoft.com/office/drawing/2014/main" id="{0E5120E3-D256-0C43-AAEE-4534FB585D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CCA6EF14-40D1-85F3-C75C-C076FC034AF8}"/>
                </a:ext>
              </a:extLst>
            </p:cNvPr>
            <p:cNvGrpSpPr/>
            <p:nvPr/>
          </p:nvGrpSpPr>
          <p:grpSpPr>
            <a:xfrm>
              <a:off x="7762862" y="3563396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B7FF1A20-9D17-9E17-BC1E-14325EADA28B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弧形 121">
                <a:extLst>
                  <a:ext uri="{FF2B5EF4-FFF2-40B4-BE49-F238E27FC236}">
                    <a16:creationId xmlns:a16="http://schemas.microsoft.com/office/drawing/2014/main" id="{E1F6B36D-473B-DBBA-AA28-311D7B3E8722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3" name="直接箭头连接符 122">
                <a:extLst>
                  <a:ext uri="{FF2B5EF4-FFF2-40B4-BE49-F238E27FC236}">
                    <a16:creationId xmlns:a16="http://schemas.microsoft.com/office/drawing/2014/main" id="{92CE046E-9B06-C0D5-4F90-97791529C2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8A291F65-D9A6-EF8B-BD11-697090BB3307}"/>
                    </a:ext>
                  </a:extLst>
                </p:cNvPr>
                <p:cNvSpPr/>
                <p:nvPr/>
              </p:nvSpPr>
              <p:spPr>
                <a:xfrm>
                  <a:off x="3250468" y="1381435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C384A5EE-A775-DCFB-C6EE-E3D3AEBD65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1381435"/>
                  <a:ext cx="727127" cy="573043"/>
                </a:xfrm>
                <a:prstGeom prst="rect">
                  <a:avLst/>
                </a:prstGeom>
                <a:blipFill>
                  <a:blip r:embed="rId29"/>
                  <a:stretch>
                    <a:fillRect l="-163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08839F95-10DD-0762-5209-FEF123B68A89}"/>
                    </a:ext>
                  </a:extLst>
                </p:cNvPr>
                <p:cNvSpPr/>
                <p:nvPr/>
              </p:nvSpPr>
              <p:spPr>
                <a:xfrm>
                  <a:off x="3250468" y="3474561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057320C6-8A04-01A9-3C52-64A8286A5B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3474561"/>
                  <a:ext cx="727127" cy="573043"/>
                </a:xfrm>
                <a:prstGeom prst="rect">
                  <a:avLst/>
                </a:prstGeom>
                <a:blipFill>
                  <a:blip r:embed="rId30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56FC3393-4116-207E-4F65-D8DC829D9B3C}"/>
                    </a:ext>
                  </a:extLst>
                </p:cNvPr>
                <p:cNvSpPr/>
                <p:nvPr/>
              </p:nvSpPr>
              <p:spPr>
                <a:xfrm>
                  <a:off x="3250468" y="2427998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F12AAB28-C23D-C9DD-1ABE-E098EBEB14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2427998"/>
                  <a:ext cx="727127" cy="573043"/>
                </a:xfrm>
                <a:prstGeom prst="rect">
                  <a:avLst/>
                </a:prstGeom>
                <a:blipFill>
                  <a:blip r:embed="rId31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753C99F9-3840-A4B9-541E-B92AE399963B}"/>
                    </a:ext>
                  </a:extLst>
                </p:cNvPr>
                <p:cNvSpPr/>
                <p:nvPr/>
              </p:nvSpPr>
              <p:spPr>
                <a:xfrm>
                  <a:off x="4902191" y="1342395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4308E94C-D63A-9353-D670-ADBA822686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91" y="1342395"/>
                  <a:ext cx="727889" cy="663286"/>
                </a:xfrm>
                <a:prstGeom prst="rect">
                  <a:avLst/>
                </a:prstGeom>
                <a:blipFill>
                  <a:blip r:embed="rId32"/>
                  <a:stretch>
                    <a:fillRect l="-813" r="-5691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B8515BE5-D3FE-3D41-9D82-192CBBDB0F6E}"/>
                    </a:ext>
                  </a:extLst>
                </p:cNvPr>
                <p:cNvSpPr/>
                <p:nvPr/>
              </p:nvSpPr>
              <p:spPr>
                <a:xfrm>
                  <a:off x="5998975" y="2429005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5BD8318F-991F-C632-1128-8E30507C9E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975" y="2429005"/>
                  <a:ext cx="727889" cy="1618599"/>
                </a:xfrm>
                <a:prstGeom prst="rect">
                  <a:avLst/>
                </a:prstGeom>
                <a:blipFill>
                  <a:blip r:embed="rId33"/>
                  <a:stretch>
                    <a:fillRect l="-820" r="-7377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5374A9D4-BE34-12A5-E651-ACDDB270D4A4}"/>
                </a:ext>
              </a:extLst>
            </p:cNvPr>
            <p:cNvSpPr txBox="1"/>
            <p:nvPr/>
          </p:nvSpPr>
          <p:spPr>
            <a:xfrm>
              <a:off x="9152539" y="3850405"/>
              <a:ext cx="646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标签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648AC496-3B7A-586F-EFE2-8603D95A7A64}"/>
                </a:ext>
              </a:extLst>
            </p:cNvPr>
            <p:cNvSpPr txBox="1"/>
            <p:nvPr/>
          </p:nvSpPr>
          <p:spPr>
            <a:xfrm>
              <a:off x="9152538" y="262137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预测</a:t>
              </a:r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E6F049EC-24CD-5AC6-15EF-8DC17E9ACCDC}"/>
                </a:ext>
              </a:extLst>
            </p:cNvPr>
            <p:cNvCxnSpPr>
              <a:cxnSpLocks/>
              <a:stCxn id="110" idx="0"/>
            </p:cNvCxnSpPr>
            <p:nvPr/>
          </p:nvCxnSpPr>
          <p:spPr>
            <a:xfrm flipV="1">
              <a:off x="9475704" y="3084702"/>
              <a:ext cx="0" cy="76570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连接符: 肘形 112">
              <a:extLst>
                <a:ext uri="{FF2B5EF4-FFF2-40B4-BE49-F238E27FC236}">
                  <a16:creationId xmlns:a16="http://schemas.microsoft.com/office/drawing/2014/main" id="{B06F0761-2043-BDE3-7157-740A09A4453E}"/>
                </a:ext>
              </a:extLst>
            </p:cNvPr>
            <p:cNvCxnSpPr>
              <a:cxnSpLocks/>
              <a:stCxn id="111" idx="0"/>
              <a:endCxn id="99" idx="0"/>
            </p:cNvCxnSpPr>
            <p:nvPr/>
          </p:nvCxnSpPr>
          <p:spPr>
            <a:xfrm rot="16200000" flipV="1">
              <a:off x="6956372" y="102046"/>
              <a:ext cx="1406680" cy="3631983"/>
            </a:xfrm>
            <a:prstGeom prst="bentConnector3">
              <a:avLst>
                <a:gd name="adj1" fmla="val 125943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FA1405FF-9AA8-C56C-3CE0-77DFA24E6C36}"/>
                </a:ext>
              </a:extLst>
            </p:cNvPr>
            <p:cNvCxnSpPr>
              <a:cxnSpLocks/>
              <a:stCxn id="98" idx="3"/>
              <a:endCxn id="111" idx="1"/>
            </p:cNvCxnSpPr>
            <p:nvPr/>
          </p:nvCxnSpPr>
          <p:spPr>
            <a:xfrm>
              <a:off x="8707750" y="2799656"/>
              <a:ext cx="444788" cy="63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7CF887DC-7DBF-7E5A-04FD-1F40DE881C10}"/>
                </a:ext>
              </a:extLst>
            </p:cNvPr>
            <p:cNvSpPr txBox="1"/>
            <p:nvPr/>
          </p:nvSpPr>
          <p:spPr>
            <a:xfrm>
              <a:off x="4545019" y="702357"/>
              <a:ext cx="1298702" cy="474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/>
                <a:t>更新参数</a:t>
              </a: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D05AC517-B018-BEA2-8EF2-C0CB8E7FC2C1}"/>
                </a:ext>
              </a:extLst>
            </p:cNvPr>
            <p:cNvSpPr txBox="1"/>
            <p:nvPr/>
          </p:nvSpPr>
          <p:spPr>
            <a:xfrm>
              <a:off x="6841243" y="609629"/>
              <a:ext cx="1818410" cy="4742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计算损失函数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2EC0EBA5-5DD4-EF34-D644-872B4E5E250A}"/>
                    </a:ext>
                  </a:extLst>
                </p:cNvPr>
                <p:cNvSpPr txBox="1"/>
                <p:nvPr/>
              </p:nvSpPr>
              <p:spPr>
                <a:xfrm>
                  <a:off x="2191434" y="2486023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07E7E52-D661-F597-6A0C-B1A63B8AD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2486023"/>
                  <a:ext cx="543358" cy="338554"/>
                </a:xfrm>
                <a:prstGeom prst="rect">
                  <a:avLst/>
                </a:prstGeom>
                <a:blipFill>
                  <a:blip r:embed="rId34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D0C75BC8-5568-ACBF-EAFA-A3CFAEE5A9CD}"/>
                    </a:ext>
                  </a:extLst>
                </p:cNvPr>
                <p:cNvSpPr txBox="1"/>
                <p:nvPr/>
              </p:nvSpPr>
              <p:spPr>
                <a:xfrm>
                  <a:off x="2191434" y="1414238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0FFF9B0-F375-3325-F6FB-F52DC0775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1414238"/>
                  <a:ext cx="543358" cy="338554"/>
                </a:xfrm>
                <a:prstGeom prst="rect">
                  <a:avLst/>
                </a:prstGeom>
                <a:blipFill>
                  <a:blip r:embed="rId35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1FB4623A-0291-8439-0E45-D4117DE76412}"/>
                    </a:ext>
                  </a:extLst>
                </p:cNvPr>
                <p:cNvSpPr txBox="1"/>
                <p:nvPr/>
              </p:nvSpPr>
              <p:spPr>
                <a:xfrm>
                  <a:off x="2191434" y="3557807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EEBBD5B-3B1B-E93F-F3A1-622EFBC66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3557807"/>
                  <a:ext cx="543358" cy="338554"/>
                </a:xfrm>
                <a:prstGeom prst="rect">
                  <a:avLst/>
                </a:prstGeom>
                <a:blipFill>
                  <a:blip r:embed="rId36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E30C60A5-D2EB-BD75-EAFE-2BDB6C8794B6}"/>
                    </a:ext>
                  </a:extLst>
                </p:cNvPr>
                <p:cNvSpPr/>
                <p:nvPr/>
              </p:nvSpPr>
              <p:spPr>
                <a:xfrm>
                  <a:off x="4902191" y="2427998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A471987-4C73-4745-914D-886B089180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91" y="2427998"/>
                  <a:ext cx="727889" cy="663286"/>
                </a:xfrm>
                <a:prstGeom prst="rect">
                  <a:avLst/>
                </a:prstGeom>
                <a:blipFill>
                  <a:blip r:embed="rId37"/>
                  <a:stretch>
                    <a:fillRect l="-813" r="-6504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141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C9E62-D77A-6C9D-313D-7FB6D922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B9DDD24B-C69F-239F-D264-668192D74ABF}"/>
              </a:ext>
            </a:extLst>
          </p:cNvPr>
          <p:cNvGrpSpPr/>
          <p:nvPr/>
        </p:nvGrpSpPr>
        <p:grpSpPr>
          <a:xfrm>
            <a:off x="-67859" y="0"/>
            <a:ext cx="9320603" cy="4049676"/>
            <a:chOff x="-67859" y="0"/>
            <a:chExt cx="9320603" cy="4049676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BBBA2D1-FC99-51A4-2EE8-328BB47A1955}"/>
                </a:ext>
              </a:extLst>
            </p:cNvPr>
            <p:cNvCxnSpPr/>
            <p:nvPr/>
          </p:nvCxnSpPr>
          <p:spPr>
            <a:xfrm>
              <a:off x="0" y="0"/>
              <a:ext cx="914400" cy="0"/>
            </a:xfrm>
            <a:prstGeom prst="line">
              <a:avLst/>
            </a:prstGeom>
            <a:ln w="0" cap="flat" cmpd="sng" algn="ctr">
              <a:solidFill>
                <a:srgbClr val="FB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rotWithShape="0">
                      <a:scrgbClr r="0" g="0" b="0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29E17CE-7067-9FEA-F34D-CEAC7E010BF2}"/>
                </a:ext>
              </a:extLst>
            </p:cNvPr>
            <p:cNvCxnSpPr/>
            <p:nvPr/>
          </p:nvCxnSpPr>
          <p:spPr>
            <a:xfrm>
              <a:off x="0" y="0"/>
              <a:ext cx="914400" cy="0"/>
            </a:xfrm>
            <a:prstGeom prst="line">
              <a:avLst/>
            </a:prstGeom>
            <a:ln w="0" cap="flat" cmpd="sng" algn="ctr">
              <a:solidFill>
                <a:srgbClr val="FB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rotWithShape="0">
                      <a:scrgbClr r="0" g="0" b="0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2846412F-D3C0-56D0-5A2E-2629F2B75EF8}"/>
                </a:ext>
              </a:extLst>
            </p:cNvPr>
            <p:cNvSpPr/>
            <p:nvPr/>
          </p:nvSpPr>
          <p:spPr>
            <a:xfrm>
              <a:off x="5113669" y="68998"/>
              <a:ext cx="2517071" cy="3169917"/>
            </a:xfrm>
            <a:prstGeom prst="roundRect">
              <a:avLst>
                <a:gd name="adj" fmla="val 11758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82B08EB-1D86-28A7-6C8B-4762B0926CB6}"/>
                </a:ext>
              </a:extLst>
            </p:cNvPr>
            <p:cNvSpPr/>
            <p:nvPr/>
          </p:nvSpPr>
          <p:spPr>
            <a:xfrm>
              <a:off x="7901446" y="68998"/>
              <a:ext cx="1351298" cy="31699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86644FF-ADA0-700C-B425-1C29047E2727}"/>
                </a:ext>
              </a:extLst>
            </p:cNvPr>
            <p:cNvSpPr/>
            <p:nvPr/>
          </p:nvSpPr>
          <p:spPr>
            <a:xfrm>
              <a:off x="2325892" y="68998"/>
              <a:ext cx="2517071" cy="3169917"/>
            </a:xfrm>
            <a:prstGeom prst="roundRect">
              <a:avLst>
                <a:gd name="adj" fmla="val 1028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AED2EEE-996B-69ED-320B-8B6AF91CF2DB}"/>
                </a:ext>
              </a:extLst>
            </p:cNvPr>
            <p:cNvSpPr/>
            <p:nvPr/>
          </p:nvSpPr>
          <p:spPr>
            <a:xfrm>
              <a:off x="703637" y="68998"/>
              <a:ext cx="1351298" cy="31699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F97683CE-B642-ED9B-1EC3-EBC3C6E92C7E}"/>
                </a:ext>
              </a:extLst>
            </p:cNvPr>
            <p:cNvGrpSpPr/>
            <p:nvPr/>
          </p:nvGrpSpPr>
          <p:grpSpPr>
            <a:xfrm>
              <a:off x="511028" y="460593"/>
              <a:ext cx="7796828" cy="2173188"/>
              <a:chOff x="1742799" y="1417756"/>
              <a:chExt cx="5166000" cy="2173188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23A944F-EBBE-8950-FC45-1599EF099C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1417756"/>
                <a:ext cx="516600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46EE8CE4-B5AE-320E-ECAC-5FBFFA5747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2515930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CBD7E16D-CD92-0FD5-C846-4C439ED77D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3590944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286AF91-6100-5430-973D-3E6A1D33689E}"/>
                </a:ext>
              </a:extLst>
            </p:cNvPr>
            <p:cNvGrpSpPr/>
            <p:nvPr/>
          </p:nvGrpSpPr>
          <p:grpSpPr>
            <a:xfrm>
              <a:off x="8307856" y="348258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A5794B2A-AE97-510A-E57B-7225F472AEDA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弧形 46">
                <a:extLst>
                  <a:ext uri="{FF2B5EF4-FFF2-40B4-BE49-F238E27FC236}">
                    <a16:creationId xmlns:a16="http://schemas.microsoft.com/office/drawing/2014/main" id="{AE7C8DEA-60A5-00B5-F3BF-B017666F8CFD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F59F63A4-AB25-51CD-3FF1-4D35413D12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5BB1AC0-B495-3238-B22C-B9E90FBF1338}"/>
                </a:ext>
              </a:extLst>
            </p:cNvPr>
            <p:cNvGrpSpPr/>
            <p:nvPr/>
          </p:nvGrpSpPr>
          <p:grpSpPr>
            <a:xfrm>
              <a:off x="8307856" y="1382977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DE4C6EA8-2C79-D2BE-1237-9C5220B1D016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50B2700E-C786-7088-3BE7-A8FD5FE32233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AE033C9F-B034-1EFD-7FA2-18A8E642E7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68E65AD0-CD63-6097-87D2-7633D26845C3}"/>
                </a:ext>
              </a:extLst>
            </p:cNvPr>
            <p:cNvGrpSpPr/>
            <p:nvPr/>
          </p:nvGrpSpPr>
          <p:grpSpPr>
            <a:xfrm>
              <a:off x="8307856" y="2417696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8D6FA667-9AEC-8049-880F-5FB79FBD9DCB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弧形 40">
                <a:extLst>
                  <a:ext uri="{FF2B5EF4-FFF2-40B4-BE49-F238E27FC236}">
                    <a16:creationId xmlns:a16="http://schemas.microsoft.com/office/drawing/2014/main" id="{9762F6FB-61CA-0A24-CA4B-987ED7EFD9D0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E2BB5BB8-B2BC-0100-A91D-D34A69B880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478F447F-A969-C8BC-ECAA-7E8DB6B1C802}"/>
                    </a:ext>
                  </a:extLst>
                </p:cNvPr>
                <p:cNvSpPr/>
                <p:nvPr/>
              </p:nvSpPr>
              <p:spPr>
                <a:xfrm>
                  <a:off x="991175" y="235736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478F447F-A969-C8BC-ECAA-7E8DB6B1C8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175" y="235736"/>
                  <a:ext cx="727127" cy="573043"/>
                </a:xfrm>
                <a:prstGeom prst="rect">
                  <a:avLst/>
                </a:prstGeom>
                <a:blipFill>
                  <a:blip r:embed="rId3"/>
                  <a:stretch>
                    <a:fillRect l="-2459" r="-655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A0E74858-183A-2D1D-8D2D-FCBB93ACCD56}"/>
                    </a:ext>
                  </a:extLst>
                </p:cNvPr>
                <p:cNvSpPr/>
                <p:nvPr/>
              </p:nvSpPr>
              <p:spPr>
                <a:xfrm>
                  <a:off x="991175" y="2328862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A0E74858-183A-2D1D-8D2D-FCBB93ACCD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175" y="2328862"/>
                  <a:ext cx="727127" cy="573043"/>
                </a:xfrm>
                <a:prstGeom prst="rect">
                  <a:avLst/>
                </a:prstGeom>
                <a:blipFill>
                  <a:blip r:embed="rId4"/>
                  <a:stretch>
                    <a:fillRect l="-245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FD8137F0-30C6-1121-E8AF-647F36FB21F1}"/>
                    </a:ext>
                  </a:extLst>
                </p:cNvPr>
                <p:cNvSpPr/>
                <p:nvPr/>
              </p:nvSpPr>
              <p:spPr>
                <a:xfrm>
                  <a:off x="991175" y="1282299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FD8137F0-30C6-1121-E8AF-647F36FB21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175" y="1282299"/>
                  <a:ext cx="727127" cy="573043"/>
                </a:xfrm>
                <a:prstGeom prst="rect">
                  <a:avLst/>
                </a:prstGeom>
                <a:blipFill>
                  <a:blip r:embed="rId5"/>
                  <a:stretch>
                    <a:fillRect l="-245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FEFE9020-D473-4ED5-F62E-4F03B63D3F86}"/>
                    </a:ext>
                  </a:extLst>
                </p:cNvPr>
                <p:cNvSpPr/>
                <p:nvPr/>
              </p:nvSpPr>
              <p:spPr>
                <a:xfrm>
                  <a:off x="2642898" y="196696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FEFE9020-D473-4ED5-F62E-4F03B63D3F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898" y="196696"/>
                  <a:ext cx="727889" cy="663286"/>
                </a:xfrm>
                <a:prstGeom prst="rect">
                  <a:avLst/>
                </a:prstGeom>
                <a:blipFill>
                  <a:blip r:embed="rId6"/>
                  <a:stretch>
                    <a:fillRect l="-8197" r="-13115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9CC72AF8-BB7E-DF67-E0AE-3943CC6F2655}"/>
                    </a:ext>
                  </a:extLst>
                </p:cNvPr>
                <p:cNvSpPr/>
                <p:nvPr/>
              </p:nvSpPr>
              <p:spPr>
                <a:xfrm>
                  <a:off x="3739682" y="1283306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9CC72AF8-BB7E-DF67-E0AE-3943CC6F26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682" y="1283306"/>
                  <a:ext cx="727889" cy="1618599"/>
                </a:xfrm>
                <a:prstGeom prst="rect">
                  <a:avLst/>
                </a:prstGeom>
                <a:blipFill>
                  <a:blip r:embed="rId7"/>
                  <a:stretch>
                    <a:fillRect l="-7317" r="-13008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379CEFD-6D82-DD4B-C929-556B7441E693}"/>
                    </a:ext>
                  </a:extLst>
                </p:cNvPr>
                <p:cNvSpPr txBox="1"/>
                <p:nvPr/>
              </p:nvSpPr>
              <p:spPr>
                <a:xfrm>
                  <a:off x="-67859" y="1340324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379CEFD-6D82-DD4B-C929-556B7441E6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859" y="1340324"/>
                  <a:ext cx="543358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6ACA51A-D571-C23D-50F6-FA3A9321F6ED}"/>
                    </a:ext>
                  </a:extLst>
                </p:cNvPr>
                <p:cNvSpPr txBox="1"/>
                <p:nvPr/>
              </p:nvSpPr>
              <p:spPr>
                <a:xfrm>
                  <a:off x="-67859" y="268539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6ACA51A-D571-C23D-50F6-FA3A9321F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859" y="268539"/>
                  <a:ext cx="543358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0BA2CC1-6C6C-31B1-71E8-C0655C7BF4E9}"/>
                    </a:ext>
                  </a:extLst>
                </p:cNvPr>
                <p:cNvSpPr txBox="1"/>
                <p:nvPr/>
              </p:nvSpPr>
              <p:spPr>
                <a:xfrm>
                  <a:off x="-67859" y="2412108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0BA2CC1-6C6C-31B1-71E8-C0655C7BF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859" y="2412108"/>
                  <a:ext cx="543358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A81D909-1976-72CB-5C5E-9C7114CA0614}"/>
                    </a:ext>
                  </a:extLst>
                </p:cNvPr>
                <p:cNvSpPr/>
                <p:nvPr/>
              </p:nvSpPr>
              <p:spPr>
                <a:xfrm>
                  <a:off x="2642898" y="1282299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A81D909-1976-72CB-5C5E-9C7114CA06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898" y="1282299"/>
                  <a:ext cx="727889" cy="663286"/>
                </a:xfrm>
                <a:prstGeom prst="rect">
                  <a:avLst/>
                </a:prstGeom>
                <a:blipFill>
                  <a:blip r:embed="rId11"/>
                  <a:stretch>
                    <a:fillRect l="-8197" r="-13115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ED91C3B3-FC7D-7F21-C8B7-7E4CEFE2909D}"/>
                    </a:ext>
                  </a:extLst>
                </p:cNvPr>
                <p:cNvSpPr/>
                <p:nvPr/>
              </p:nvSpPr>
              <p:spPr>
                <a:xfrm>
                  <a:off x="5430675" y="196696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ED91C3B3-FC7D-7F21-C8B7-7E4CEFE290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675" y="196696"/>
                  <a:ext cx="727889" cy="663286"/>
                </a:xfrm>
                <a:prstGeom prst="rect">
                  <a:avLst/>
                </a:prstGeom>
                <a:blipFill>
                  <a:blip r:embed="rId12"/>
                  <a:stretch>
                    <a:fillRect l="-8197" r="-13934"/>
                  </a:stretch>
                </a:blip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3DE81CCD-61D2-0C3F-DAFA-2445FF56C14E}"/>
                    </a:ext>
                  </a:extLst>
                </p:cNvPr>
                <p:cNvSpPr/>
                <p:nvPr/>
              </p:nvSpPr>
              <p:spPr>
                <a:xfrm>
                  <a:off x="6527459" y="1283306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3DE81CCD-61D2-0C3F-DAFA-2445FF56C1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7459" y="1283306"/>
                  <a:ext cx="727889" cy="1618599"/>
                </a:xfrm>
                <a:prstGeom prst="rect">
                  <a:avLst/>
                </a:prstGeom>
                <a:blipFill>
                  <a:blip r:embed="rId13"/>
                  <a:stretch>
                    <a:fillRect l="-8197" r="-13934"/>
                  </a:stretch>
                </a:blip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F0E167F4-34AA-0D26-2F6D-5061AC18B95A}"/>
                    </a:ext>
                  </a:extLst>
                </p:cNvPr>
                <p:cNvSpPr/>
                <p:nvPr/>
              </p:nvSpPr>
              <p:spPr>
                <a:xfrm>
                  <a:off x="5430675" y="1282299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F0E167F4-34AA-0D26-2F6D-5061AC18B9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675" y="1282299"/>
                  <a:ext cx="727889" cy="663286"/>
                </a:xfrm>
                <a:prstGeom prst="rect">
                  <a:avLst/>
                </a:prstGeom>
                <a:blipFill>
                  <a:blip r:embed="rId14"/>
                  <a:stretch>
                    <a:fillRect l="-8197" r="-13934"/>
                  </a:stretch>
                </a:blip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1256133-D54C-4A90-A2C8-B8E760B71DEF}"/>
                </a:ext>
              </a:extLst>
            </p:cNvPr>
            <p:cNvSpPr/>
            <p:nvPr/>
          </p:nvSpPr>
          <p:spPr>
            <a:xfrm>
              <a:off x="2230395" y="0"/>
              <a:ext cx="2746918" cy="358963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dk1"/>
                  </a:solidFill>
                </a:rPr>
                <a:t>          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754E135-FEA0-FCC4-FE19-4CC3F8888401}"/>
                </a:ext>
              </a:extLst>
            </p:cNvPr>
            <p:cNvSpPr txBox="1"/>
            <p:nvPr/>
          </p:nvSpPr>
          <p:spPr>
            <a:xfrm>
              <a:off x="3030429" y="368034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重复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次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B32FB3-C955-A29B-550F-621F539F16FA}"/>
                </a:ext>
              </a:extLst>
            </p:cNvPr>
            <p:cNvSpPr txBox="1"/>
            <p:nvPr/>
          </p:nvSpPr>
          <p:spPr>
            <a:xfrm>
              <a:off x="5818206" y="322030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个性化层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E8F0055-4B2A-E474-40BB-2B72A86E710D}"/>
                </a:ext>
              </a:extLst>
            </p:cNvPr>
            <p:cNvSpPr txBox="1"/>
            <p:nvPr/>
          </p:nvSpPr>
          <p:spPr>
            <a:xfrm>
              <a:off x="3145846" y="3235277"/>
              <a:ext cx="877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基础层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42FA1CB-501B-1BC0-151C-0CF7ABA60729}"/>
                </a:ext>
              </a:extLst>
            </p:cNvPr>
            <p:cNvSpPr txBox="1"/>
            <p:nvPr/>
          </p:nvSpPr>
          <p:spPr>
            <a:xfrm>
              <a:off x="912068" y="323527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编码器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D4A5186-CC4D-3192-DC8F-12CD7F90C5F2}"/>
                </a:ext>
              </a:extLst>
            </p:cNvPr>
            <p:cNvSpPr txBox="1"/>
            <p:nvPr/>
          </p:nvSpPr>
          <p:spPr>
            <a:xfrm>
              <a:off x="8253223" y="321676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测量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030BCE4-9295-FFCB-81D1-F4E8F9FDE246}"/>
              </a:ext>
            </a:extLst>
          </p:cNvPr>
          <p:cNvGrpSpPr/>
          <p:nvPr/>
        </p:nvGrpSpPr>
        <p:grpSpPr>
          <a:xfrm>
            <a:off x="122908" y="4478336"/>
            <a:ext cx="10146752" cy="2078679"/>
            <a:chOff x="122908" y="4478336"/>
            <a:chExt cx="10146752" cy="2078679"/>
          </a:xfrm>
        </p:grpSpPr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6D172AA5-A27B-2BF8-BA5A-4D4038EB91D2}"/>
                </a:ext>
              </a:extLst>
            </p:cNvPr>
            <p:cNvSpPr txBox="1"/>
            <p:nvPr/>
          </p:nvSpPr>
          <p:spPr>
            <a:xfrm rot="19800000">
              <a:off x="3928379" y="4529288"/>
              <a:ext cx="8771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降采样</a:t>
              </a: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F2897C78-7DC8-BACD-9DD2-C9D453B5F6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7870" y="5311646"/>
              <a:ext cx="495573" cy="77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C23D4BAE-A78C-37E9-3033-06EDA223C4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6387" y="5303914"/>
              <a:ext cx="495573" cy="77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F34ADF57-E58B-C667-5C9F-36112A8FE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6731" y="5296182"/>
              <a:ext cx="495573" cy="77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5EBA58CA-4F36-56D4-78CA-42A2700CD7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8832" y="5311646"/>
              <a:ext cx="495573" cy="77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5AF89CDE-6DAF-9B51-E16C-2502BB7CEBF6}"/>
                </a:ext>
              </a:extLst>
            </p:cNvPr>
            <p:cNvSpPr txBox="1"/>
            <p:nvPr/>
          </p:nvSpPr>
          <p:spPr>
            <a:xfrm rot="19800000">
              <a:off x="1912772" y="4505740"/>
              <a:ext cx="6463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剪裁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E1D4CE7A-7987-62F6-3031-BE8735B6D2C0}"/>
                </a:ext>
              </a:extLst>
            </p:cNvPr>
            <p:cNvSpPr txBox="1"/>
            <p:nvPr/>
          </p:nvSpPr>
          <p:spPr>
            <a:xfrm rot="19800000">
              <a:off x="5917991" y="4534581"/>
              <a:ext cx="8771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灰度值</a:t>
              </a: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E9300F6B-217F-A70F-F1C8-8810F8321E3D}"/>
                </a:ext>
              </a:extLst>
            </p:cNvPr>
            <p:cNvSpPr txBox="1"/>
            <p:nvPr/>
          </p:nvSpPr>
          <p:spPr>
            <a:xfrm rot="19800000">
              <a:off x="8127024" y="4478336"/>
              <a:ext cx="8771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标准化</a:t>
              </a:r>
            </a:p>
          </p:txBody>
        </p: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DAA5B721-B9B9-1FFB-2EF6-9DF614B68677}"/>
                </a:ext>
              </a:extLst>
            </p:cNvPr>
            <p:cNvGrpSpPr/>
            <p:nvPr/>
          </p:nvGrpSpPr>
          <p:grpSpPr>
            <a:xfrm>
              <a:off x="122908" y="4552984"/>
              <a:ext cx="1811734" cy="2004031"/>
              <a:chOff x="887023" y="3584050"/>
              <a:chExt cx="1811734" cy="2004031"/>
            </a:xfrm>
          </p:grpSpPr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1BC58946-6743-6EF0-0B80-08EBEA04BC40}"/>
                  </a:ext>
                </a:extLst>
              </p:cNvPr>
              <p:cNvSpPr txBox="1"/>
              <p:nvPr/>
            </p:nvSpPr>
            <p:spPr>
              <a:xfrm>
                <a:off x="1476592" y="5218749"/>
                <a:ext cx="800219" cy="369332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RightUp"/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28×28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67" name="图片 166">
                <a:extLst>
                  <a:ext uri="{FF2B5EF4-FFF2-40B4-BE49-F238E27FC236}">
                    <a16:creationId xmlns:a16="http://schemas.microsoft.com/office/drawing/2014/main" id="{599F2377-1672-AB9C-5571-CA4AAE2E4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7023" y="3584050"/>
                <a:ext cx="1811734" cy="1811734"/>
              </a:xfrm>
              <a:prstGeom prst="rect">
                <a:avLst/>
              </a:prstGeom>
              <a:scene3d>
                <a:camera prst="isometricRightUp"/>
                <a:lightRig rig="threePt" dir="t"/>
              </a:scene3d>
            </p:spPr>
          </p:pic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B3B92B58-215C-DBF0-6FB4-54B4D1C70F55}"/>
                </a:ext>
              </a:extLst>
            </p:cNvPr>
            <p:cNvGrpSpPr/>
            <p:nvPr/>
          </p:nvGrpSpPr>
          <p:grpSpPr>
            <a:xfrm>
              <a:off x="4023387" y="4515276"/>
              <a:ext cx="1811734" cy="1988769"/>
              <a:chOff x="4623451" y="3591681"/>
              <a:chExt cx="1811734" cy="1988769"/>
            </a:xfrm>
          </p:grpSpPr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1D353D72-27F8-3183-34C8-FF40D86405A4}"/>
                  </a:ext>
                </a:extLst>
              </p:cNvPr>
              <p:cNvSpPr txBox="1"/>
              <p:nvPr/>
            </p:nvSpPr>
            <p:spPr>
              <a:xfrm>
                <a:off x="5376076" y="5211118"/>
                <a:ext cx="569388" cy="369332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RightUp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4×4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65" name="图片 164">
                <a:extLst>
                  <a:ext uri="{FF2B5EF4-FFF2-40B4-BE49-F238E27FC236}">
                    <a16:creationId xmlns:a16="http://schemas.microsoft.com/office/drawing/2014/main" id="{F94AF76E-210C-1E12-3169-E74B667AFF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23451" y="3591681"/>
                <a:ext cx="1811734" cy="1811734"/>
              </a:xfrm>
              <a:prstGeom prst="rect">
                <a:avLst/>
              </a:prstGeom>
              <a:scene3d>
                <a:camera prst="isometricRightUp"/>
                <a:lightRig rig="threePt" dir="t"/>
              </a:scene3d>
            </p:spPr>
          </p:pic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231E5EE0-72DB-3778-2D35-96493F79CB6A}"/>
                </a:ext>
              </a:extLst>
            </p:cNvPr>
            <p:cNvGrpSpPr/>
            <p:nvPr/>
          </p:nvGrpSpPr>
          <p:grpSpPr>
            <a:xfrm>
              <a:off x="2074310" y="4534130"/>
              <a:ext cx="1809409" cy="1994075"/>
              <a:chOff x="2826563" y="3542060"/>
              <a:chExt cx="1809409" cy="1994075"/>
            </a:xfrm>
          </p:grpSpPr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C3644CB6-556B-B4B3-6E9F-C47807036322}"/>
                  </a:ext>
                </a:extLst>
              </p:cNvPr>
              <p:cNvSpPr txBox="1"/>
              <p:nvPr/>
            </p:nvSpPr>
            <p:spPr>
              <a:xfrm>
                <a:off x="3454806" y="5166803"/>
                <a:ext cx="800219" cy="369332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RightUp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20×20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63" name="图片 162">
                <a:extLst>
                  <a:ext uri="{FF2B5EF4-FFF2-40B4-BE49-F238E27FC236}">
                    <a16:creationId xmlns:a16="http://schemas.microsoft.com/office/drawing/2014/main" id="{B8325E1D-F0F4-6843-748D-C081CB93B8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26563" y="3542060"/>
                <a:ext cx="1809409" cy="1809409"/>
              </a:xfrm>
              <a:prstGeom prst="rect">
                <a:avLst/>
              </a:prstGeom>
              <a:scene3d>
                <a:camera prst="isometricRightUp"/>
                <a:lightRig rig="threePt" dir="t"/>
              </a:scene3d>
            </p:spPr>
          </p:pic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491AA693-7F34-B1F4-F459-A83F63D8C54B}"/>
                </a:ext>
              </a:extLst>
            </p:cNvPr>
            <p:cNvGrpSpPr/>
            <p:nvPr/>
          </p:nvGrpSpPr>
          <p:grpSpPr>
            <a:xfrm>
              <a:off x="6042373" y="4524703"/>
              <a:ext cx="1925903" cy="1877947"/>
              <a:chOff x="8620680" y="4998720"/>
              <a:chExt cx="1993488" cy="1886244"/>
            </a:xfrm>
            <a:scene3d>
              <a:camera prst="isometricRightUp"/>
              <a:lightRig rig="threePt" dir="t"/>
            </a:scene3d>
          </p:grpSpPr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4128F40C-DF20-9473-2217-601890A779FE}"/>
                  </a:ext>
                </a:extLst>
              </p:cNvPr>
              <p:cNvGrpSpPr/>
              <p:nvPr/>
            </p:nvGrpSpPr>
            <p:grpSpPr>
              <a:xfrm>
                <a:off x="8620680" y="4998720"/>
                <a:ext cx="1993488" cy="477520"/>
                <a:chOff x="8615680" y="4998720"/>
                <a:chExt cx="1993488" cy="477520"/>
              </a:xfrm>
            </p:grpSpPr>
            <p:sp>
              <p:nvSpPr>
                <p:cNvPr id="158" name="矩形 157">
                  <a:extLst>
                    <a:ext uri="{FF2B5EF4-FFF2-40B4-BE49-F238E27FC236}">
                      <a16:creationId xmlns:a16="http://schemas.microsoft.com/office/drawing/2014/main" id="{0217FB05-71D1-312E-7A2C-66B7B4F1FAE1}"/>
                    </a:ext>
                  </a:extLst>
                </p:cNvPr>
                <p:cNvSpPr/>
                <p:nvPr/>
              </p:nvSpPr>
              <p:spPr>
                <a:xfrm>
                  <a:off x="8615680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" name="矩形 158">
                  <a:extLst>
                    <a:ext uri="{FF2B5EF4-FFF2-40B4-BE49-F238E27FC236}">
                      <a16:creationId xmlns:a16="http://schemas.microsoft.com/office/drawing/2014/main" id="{98C222CE-98B6-EA00-DEEC-3376476EAFEF}"/>
                    </a:ext>
                  </a:extLst>
                </p:cNvPr>
                <p:cNvSpPr/>
                <p:nvPr/>
              </p:nvSpPr>
              <p:spPr>
                <a:xfrm>
                  <a:off x="9111551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139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" name="矩形 159">
                  <a:extLst>
                    <a:ext uri="{FF2B5EF4-FFF2-40B4-BE49-F238E27FC236}">
                      <a16:creationId xmlns:a16="http://schemas.microsoft.com/office/drawing/2014/main" id="{A6ED602A-BF74-201E-CFB5-9F12517245EF}"/>
                    </a:ext>
                  </a:extLst>
                </p:cNvPr>
                <p:cNvSpPr/>
                <p:nvPr/>
              </p:nvSpPr>
              <p:spPr>
                <a:xfrm>
                  <a:off x="9607422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177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7BCEB42D-DA2C-00FC-46E6-387D2C2EC82F}"/>
                    </a:ext>
                  </a:extLst>
                </p:cNvPr>
                <p:cNvSpPr/>
                <p:nvPr/>
              </p:nvSpPr>
              <p:spPr>
                <a:xfrm>
                  <a:off x="10103294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7B833D31-727B-98DB-DBD4-E3013D3366D0}"/>
                  </a:ext>
                </a:extLst>
              </p:cNvPr>
              <p:cNvGrpSpPr/>
              <p:nvPr/>
            </p:nvGrpSpPr>
            <p:grpSpPr>
              <a:xfrm>
                <a:off x="8620680" y="5464322"/>
                <a:ext cx="1993488" cy="477520"/>
                <a:chOff x="8615680" y="4998720"/>
                <a:chExt cx="1993488" cy="477520"/>
              </a:xfrm>
            </p:grpSpPr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26C7F656-F52D-09EE-7DBF-6429A1162D92}"/>
                    </a:ext>
                  </a:extLst>
                </p:cNvPr>
                <p:cNvSpPr/>
                <p:nvPr/>
              </p:nvSpPr>
              <p:spPr>
                <a:xfrm>
                  <a:off x="8615680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51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86A8677F-AE5C-0642-C89B-2D745BBCF1EA}"/>
                    </a:ext>
                  </a:extLst>
                </p:cNvPr>
                <p:cNvSpPr/>
                <p:nvPr/>
              </p:nvSpPr>
              <p:spPr>
                <a:xfrm>
                  <a:off x="9111551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174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" name="矩形 155">
                  <a:extLst>
                    <a:ext uri="{FF2B5EF4-FFF2-40B4-BE49-F238E27FC236}">
                      <a16:creationId xmlns:a16="http://schemas.microsoft.com/office/drawing/2014/main" id="{7F0F2E56-EA62-B5C3-92AC-C38E7E3B19E8}"/>
                    </a:ext>
                  </a:extLst>
                </p:cNvPr>
                <p:cNvSpPr/>
                <p:nvPr/>
              </p:nvSpPr>
              <p:spPr>
                <a:xfrm>
                  <a:off x="9607422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101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矩形 156">
                  <a:extLst>
                    <a:ext uri="{FF2B5EF4-FFF2-40B4-BE49-F238E27FC236}">
                      <a16:creationId xmlns:a16="http://schemas.microsoft.com/office/drawing/2014/main" id="{AA6F9200-4BE0-6CCC-45D0-F537393965C7}"/>
                    </a:ext>
                  </a:extLst>
                </p:cNvPr>
                <p:cNvSpPr/>
                <p:nvPr/>
              </p:nvSpPr>
              <p:spPr>
                <a:xfrm>
                  <a:off x="10103294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119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572D2030-3B15-FE2F-DA24-6DB117DF3ECE}"/>
                  </a:ext>
                </a:extLst>
              </p:cNvPr>
              <p:cNvGrpSpPr/>
              <p:nvPr/>
            </p:nvGrpSpPr>
            <p:grpSpPr>
              <a:xfrm>
                <a:off x="8620680" y="5941842"/>
                <a:ext cx="1993488" cy="477520"/>
                <a:chOff x="8615680" y="4998720"/>
                <a:chExt cx="1993488" cy="477520"/>
              </a:xfrm>
            </p:grpSpPr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82D0F5C2-D8E0-0E99-5D1C-A4E6ECFE351F}"/>
                    </a:ext>
                  </a:extLst>
                </p:cNvPr>
                <p:cNvSpPr/>
                <p:nvPr/>
              </p:nvSpPr>
              <p:spPr>
                <a:xfrm>
                  <a:off x="8615680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109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93406B7B-452B-3623-6B1C-C20195CE6AAD}"/>
                    </a:ext>
                  </a:extLst>
                </p:cNvPr>
                <p:cNvSpPr/>
                <p:nvPr/>
              </p:nvSpPr>
              <p:spPr>
                <a:xfrm>
                  <a:off x="9111551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62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9BC955E8-B803-0897-5AC5-433508135038}"/>
                    </a:ext>
                  </a:extLst>
                </p:cNvPr>
                <p:cNvSpPr/>
                <p:nvPr/>
              </p:nvSpPr>
              <p:spPr>
                <a:xfrm>
                  <a:off x="9607422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86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848E1E0E-6B50-4A44-C59B-BA3652CA49CB}"/>
                    </a:ext>
                  </a:extLst>
                </p:cNvPr>
                <p:cNvSpPr/>
                <p:nvPr/>
              </p:nvSpPr>
              <p:spPr>
                <a:xfrm>
                  <a:off x="10103294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155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5" name="组合 144">
                <a:extLst>
                  <a:ext uri="{FF2B5EF4-FFF2-40B4-BE49-F238E27FC236}">
                    <a16:creationId xmlns:a16="http://schemas.microsoft.com/office/drawing/2014/main" id="{373803F6-B941-8A77-AE72-C94096C69D61}"/>
                  </a:ext>
                </a:extLst>
              </p:cNvPr>
              <p:cNvGrpSpPr/>
              <p:nvPr/>
            </p:nvGrpSpPr>
            <p:grpSpPr>
              <a:xfrm>
                <a:off x="8620680" y="6407444"/>
                <a:ext cx="1993488" cy="477520"/>
                <a:chOff x="8615680" y="4998720"/>
                <a:chExt cx="1993488" cy="477520"/>
              </a:xfrm>
            </p:grpSpPr>
            <p:sp>
              <p:nvSpPr>
                <p:cNvPr id="146" name="矩形 145">
                  <a:extLst>
                    <a:ext uri="{FF2B5EF4-FFF2-40B4-BE49-F238E27FC236}">
                      <a16:creationId xmlns:a16="http://schemas.microsoft.com/office/drawing/2014/main" id="{E276B94D-0870-E500-4CB8-B784987BEFEF}"/>
                    </a:ext>
                  </a:extLst>
                </p:cNvPr>
                <p:cNvSpPr/>
                <p:nvPr/>
              </p:nvSpPr>
              <p:spPr>
                <a:xfrm>
                  <a:off x="8615680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54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" name="矩形 146">
                  <a:extLst>
                    <a:ext uri="{FF2B5EF4-FFF2-40B4-BE49-F238E27FC236}">
                      <a16:creationId xmlns:a16="http://schemas.microsoft.com/office/drawing/2014/main" id="{78328C26-C2D1-BCFB-4B81-EA5939AD52B7}"/>
                    </a:ext>
                  </a:extLst>
                </p:cNvPr>
                <p:cNvSpPr/>
                <p:nvPr/>
              </p:nvSpPr>
              <p:spPr>
                <a:xfrm>
                  <a:off x="9111551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208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71F9E378-5ED7-C949-BD23-20CD7B7B9709}"/>
                    </a:ext>
                  </a:extLst>
                </p:cNvPr>
                <p:cNvSpPr/>
                <p:nvPr/>
              </p:nvSpPr>
              <p:spPr>
                <a:xfrm>
                  <a:off x="9607422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187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EB4DC15D-357A-770E-A5E9-41AAA537A1BB}"/>
                    </a:ext>
                  </a:extLst>
                </p:cNvPr>
                <p:cNvSpPr/>
                <p:nvPr/>
              </p:nvSpPr>
              <p:spPr>
                <a:xfrm>
                  <a:off x="10103294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20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75EC36BF-831E-2697-6A10-331F069F9BCF}"/>
                </a:ext>
              </a:extLst>
            </p:cNvPr>
            <p:cNvGrpSpPr/>
            <p:nvPr/>
          </p:nvGrpSpPr>
          <p:grpSpPr>
            <a:xfrm>
              <a:off x="8130491" y="4524703"/>
              <a:ext cx="2139169" cy="1877947"/>
              <a:chOff x="8620680" y="4998720"/>
              <a:chExt cx="1993488" cy="1886244"/>
            </a:xfrm>
            <a:scene3d>
              <a:camera prst="isometricRightUp"/>
              <a:lightRig rig="threePt" dir="t"/>
            </a:scene3d>
          </p:grpSpPr>
          <p:grpSp>
            <p:nvGrpSpPr>
              <p:cNvPr id="122" name="组合 121">
                <a:extLst>
                  <a:ext uri="{FF2B5EF4-FFF2-40B4-BE49-F238E27FC236}">
                    <a16:creationId xmlns:a16="http://schemas.microsoft.com/office/drawing/2014/main" id="{F5A2693F-7C38-3554-E64B-99349C58377D}"/>
                  </a:ext>
                </a:extLst>
              </p:cNvPr>
              <p:cNvGrpSpPr/>
              <p:nvPr/>
            </p:nvGrpSpPr>
            <p:grpSpPr>
              <a:xfrm>
                <a:off x="8620680" y="4998720"/>
                <a:ext cx="1993488" cy="477520"/>
                <a:chOff x="8615680" y="4998720"/>
                <a:chExt cx="1993488" cy="477520"/>
              </a:xfrm>
            </p:grpSpPr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394D1A0D-E0E2-1100-1276-5E490A28FFF1}"/>
                    </a:ext>
                  </a:extLst>
                </p:cNvPr>
                <p:cNvSpPr/>
                <p:nvPr/>
              </p:nvSpPr>
              <p:spPr>
                <a:xfrm>
                  <a:off x="8615680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id="{BADA65CB-AC2B-1514-3A20-CB81B47443CC}"/>
                    </a:ext>
                  </a:extLst>
                </p:cNvPr>
                <p:cNvSpPr/>
                <p:nvPr/>
              </p:nvSpPr>
              <p:spPr>
                <a:xfrm>
                  <a:off x="9111551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0.08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E163FC3F-CA48-4D31-4BA4-39510530BCDF}"/>
                    </a:ext>
                  </a:extLst>
                </p:cNvPr>
                <p:cNvSpPr/>
                <p:nvPr/>
              </p:nvSpPr>
              <p:spPr>
                <a:xfrm>
                  <a:off x="9607422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0.11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" name="矩形 140">
                  <a:extLst>
                    <a:ext uri="{FF2B5EF4-FFF2-40B4-BE49-F238E27FC236}">
                      <a16:creationId xmlns:a16="http://schemas.microsoft.com/office/drawing/2014/main" id="{C8C59F8D-E18A-A2BE-9429-B59F2ABC4882}"/>
                    </a:ext>
                  </a:extLst>
                </p:cNvPr>
                <p:cNvSpPr/>
                <p:nvPr/>
              </p:nvSpPr>
              <p:spPr>
                <a:xfrm>
                  <a:off x="10103294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DD63029A-DE9B-ABCE-7396-B14BDD805C3B}"/>
                  </a:ext>
                </a:extLst>
              </p:cNvPr>
              <p:cNvGrpSpPr/>
              <p:nvPr/>
            </p:nvGrpSpPr>
            <p:grpSpPr>
              <a:xfrm>
                <a:off x="8620680" y="5460439"/>
                <a:ext cx="1993488" cy="481403"/>
                <a:chOff x="8615680" y="4994837"/>
                <a:chExt cx="1993488" cy="481403"/>
              </a:xfrm>
            </p:grpSpPr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D112C5FB-87C5-312B-F4B6-EC80ED583FDD}"/>
                    </a:ext>
                  </a:extLst>
                </p:cNvPr>
                <p:cNvSpPr/>
                <p:nvPr/>
              </p:nvSpPr>
              <p:spPr>
                <a:xfrm>
                  <a:off x="8615680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0.03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" name="矩形 134">
                  <a:extLst>
                    <a:ext uri="{FF2B5EF4-FFF2-40B4-BE49-F238E27FC236}">
                      <a16:creationId xmlns:a16="http://schemas.microsoft.com/office/drawing/2014/main" id="{3AC45220-6DEB-91A6-00CF-33A7EEF516ED}"/>
                    </a:ext>
                  </a:extLst>
                </p:cNvPr>
                <p:cNvSpPr/>
                <p:nvPr/>
              </p:nvSpPr>
              <p:spPr>
                <a:xfrm>
                  <a:off x="9111551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0.11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" name="矩形 135">
                  <a:extLst>
                    <a:ext uri="{FF2B5EF4-FFF2-40B4-BE49-F238E27FC236}">
                      <a16:creationId xmlns:a16="http://schemas.microsoft.com/office/drawing/2014/main" id="{9F12C549-C6FA-4377-BAD9-059DF05CBB93}"/>
                    </a:ext>
                  </a:extLst>
                </p:cNvPr>
                <p:cNvSpPr/>
                <p:nvPr/>
              </p:nvSpPr>
              <p:spPr>
                <a:xfrm>
                  <a:off x="9607422" y="4994837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0.06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" name="矩形 136">
                  <a:extLst>
                    <a:ext uri="{FF2B5EF4-FFF2-40B4-BE49-F238E27FC236}">
                      <a16:creationId xmlns:a16="http://schemas.microsoft.com/office/drawing/2014/main" id="{28CF4876-EA68-655E-0542-DB8D23366462}"/>
                    </a:ext>
                  </a:extLst>
                </p:cNvPr>
                <p:cNvSpPr/>
                <p:nvPr/>
              </p:nvSpPr>
              <p:spPr>
                <a:xfrm>
                  <a:off x="10103294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0.07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8CE9553B-BB0F-77FB-A526-16DFB9131D55}"/>
                  </a:ext>
                </a:extLst>
              </p:cNvPr>
              <p:cNvGrpSpPr/>
              <p:nvPr/>
            </p:nvGrpSpPr>
            <p:grpSpPr>
              <a:xfrm>
                <a:off x="8620680" y="5941842"/>
                <a:ext cx="1993488" cy="477520"/>
                <a:chOff x="8615680" y="4998720"/>
                <a:chExt cx="1993488" cy="477520"/>
              </a:xfrm>
            </p:grpSpPr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6244BECF-11D5-BBC3-15BA-7B61C107781A}"/>
                    </a:ext>
                  </a:extLst>
                </p:cNvPr>
                <p:cNvSpPr/>
                <p:nvPr/>
              </p:nvSpPr>
              <p:spPr>
                <a:xfrm>
                  <a:off x="8615680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0.07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B26B7754-0DFD-2B18-CB91-92614FB63B13}"/>
                    </a:ext>
                  </a:extLst>
                </p:cNvPr>
                <p:cNvSpPr/>
                <p:nvPr/>
              </p:nvSpPr>
              <p:spPr>
                <a:xfrm>
                  <a:off x="9111551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0.04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矩形 131">
                  <a:extLst>
                    <a:ext uri="{FF2B5EF4-FFF2-40B4-BE49-F238E27FC236}">
                      <a16:creationId xmlns:a16="http://schemas.microsoft.com/office/drawing/2014/main" id="{4EB35A97-7632-18CD-666A-2F2D7E8A50D2}"/>
                    </a:ext>
                  </a:extLst>
                </p:cNvPr>
                <p:cNvSpPr/>
                <p:nvPr/>
              </p:nvSpPr>
              <p:spPr>
                <a:xfrm>
                  <a:off x="9607422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0.05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" name="矩形 132">
                  <a:extLst>
                    <a:ext uri="{FF2B5EF4-FFF2-40B4-BE49-F238E27FC236}">
                      <a16:creationId xmlns:a16="http://schemas.microsoft.com/office/drawing/2014/main" id="{F518EFB6-17AC-F88E-C887-40F7A657D6EE}"/>
                    </a:ext>
                  </a:extLst>
                </p:cNvPr>
                <p:cNvSpPr/>
                <p:nvPr/>
              </p:nvSpPr>
              <p:spPr>
                <a:xfrm>
                  <a:off x="10103294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0.09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5" name="组合 124">
                <a:extLst>
                  <a:ext uri="{FF2B5EF4-FFF2-40B4-BE49-F238E27FC236}">
                    <a16:creationId xmlns:a16="http://schemas.microsoft.com/office/drawing/2014/main" id="{F84BEE72-0FCB-55EF-C98C-F7264BF527EF}"/>
                  </a:ext>
                </a:extLst>
              </p:cNvPr>
              <p:cNvGrpSpPr/>
              <p:nvPr/>
            </p:nvGrpSpPr>
            <p:grpSpPr>
              <a:xfrm>
                <a:off x="8620680" y="6407444"/>
                <a:ext cx="1993488" cy="477520"/>
                <a:chOff x="8615680" y="4998720"/>
                <a:chExt cx="1993488" cy="477520"/>
              </a:xfrm>
            </p:grpSpPr>
            <p:sp>
              <p:nvSpPr>
                <p:cNvPr id="126" name="矩形 125">
                  <a:extLst>
                    <a:ext uri="{FF2B5EF4-FFF2-40B4-BE49-F238E27FC236}">
                      <a16:creationId xmlns:a16="http://schemas.microsoft.com/office/drawing/2014/main" id="{8E031941-0C86-A452-DDC3-05151C7324C3}"/>
                    </a:ext>
                  </a:extLst>
                </p:cNvPr>
                <p:cNvSpPr/>
                <p:nvPr/>
              </p:nvSpPr>
              <p:spPr>
                <a:xfrm>
                  <a:off x="8615680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0.03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" name="矩形 126">
                  <a:extLst>
                    <a:ext uri="{FF2B5EF4-FFF2-40B4-BE49-F238E27FC236}">
                      <a16:creationId xmlns:a16="http://schemas.microsoft.com/office/drawing/2014/main" id="{2CDEA334-C145-4166-FE9A-DC9D3A0ED664}"/>
                    </a:ext>
                  </a:extLst>
                </p:cNvPr>
                <p:cNvSpPr/>
                <p:nvPr/>
              </p:nvSpPr>
              <p:spPr>
                <a:xfrm>
                  <a:off x="9111551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0.13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" name="矩形 127">
                  <a:extLst>
                    <a:ext uri="{FF2B5EF4-FFF2-40B4-BE49-F238E27FC236}">
                      <a16:creationId xmlns:a16="http://schemas.microsoft.com/office/drawing/2014/main" id="{DF60815E-81FE-9559-5322-A4BFE89D2BEC}"/>
                    </a:ext>
                  </a:extLst>
                </p:cNvPr>
                <p:cNvSpPr/>
                <p:nvPr/>
              </p:nvSpPr>
              <p:spPr>
                <a:xfrm>
                  <a:off x="9607422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0.11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" name="矩形 128">
                  <a:extLst>
                    <a:ext uri="{FF2B5EF4-FFF2-40B4-BE49-F238E27FC236}">
                      <a16:creationId xmlns:a16="http://schemas.microsoft.com/office/drawing/2014/main" id="{495CD9B2-209A-4A65-616F-83EF3FB25305}"/>
                    </a:ext>
                  </a:extLst>
                </p:cNvPr>
                <p:cNvSpPr/>
                <p:nvPr/>
              </p:nvSpPr>
              <p:spPr>
                <a:xfrm>
                  <a:off x="10103294" y="4998720"/>
                  <a:ext cx="505874" cy="47752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0.01</a:t>
                  </a:r>
                  <a:endPara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6341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3ACF-C735-4739-D45A-4AA67EB9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A79BF9F-7153-6C9C-3766-419F001F1EC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69CEFBD5-1CA1-28EA-4960-0F2EC480ED33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04C0004-4B53-3343-B5B3-8B02F2B83BE2}"/>
              </a:ext>
            </a:extLst>
          </p:cNvPr>
          <p:cNvGrpSpPr/>
          <p:nvPr/>
        </p:nvGrpSpPr>
        <p:grpSpPr>
          <a:xfrm>
            <a:off x="642264" y="1427205"/>
            <a:ext cx="9386345" cy="4614237"/>
            <a:chOff x="642264" y="1427205"/>
            <a:chExt cx="9386345" cy="461423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7BD0346-F236-37E1-FF07-43A351151D95}"/>
                </a:ext>
              </a:extLst>
            </p:cNvPr>
            <p:cNvSpPr/>
            <p:nvPr/>
          </p:nvSpPr>
          <p:spPr>
            <a:xfrm>
              <a:off x="8120157" y="1526806"/>
              <a:ext cx="1790019" cy="3716421"/>
            </a:xfrm>
            <a:prstGeom prst="roundRect">
              <a:avLst>
                <a:gd name="adj" fmla="val 11758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3517C62-416C-45E1-D7B6-23385C7F383C}"/>
                </a:ext>
              </a:extLst>
            </p:cNvPr>
            <p:cNvSpPr/>
            <p:nvPr/>
          </p:nvSpPr>
          <p:spPr>
            <a:xfrm>
              <a:off x="1181991" y="1521691"/>
              <a:ext cx="6863166" cy="3716421"/>
            </a:xfrm>
            <a:prstGeom prst="roundRect">
              <a:avLst>
                <a:gd name="adj" fmla="val 43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A23DC9B-D91B-547E-E5BF-35F2ADD622F2}"/>
                </a:ext>
              </a:extLst>
            </p:cNvPr>
            <p:cNvGrpSpPr/>
            <p:nvPr/>
          </p:nvGrpSpPr>
          <p:grpSpPr>
            <a:xfrm>
              <a:off x="1062837" y="1962180"/>
              <a:ext cx="8965772" cy="2888277"/>
              <a:chOff x="1148061" y="1962180"/>
              <a:chExt cx="10635070" cy="2888277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0A2E2C0F-2FE0-478C-D7BA-9C3E3E6BF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1962180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2451FF9C-8427-21F5-9AF1-D01770EB82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2922953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F6B0766-0A71-2C02-232C-E4189DF7F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3883726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9409AC5-A412-06F7-C143-2720484D0C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4844498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31D530F-7E29-91FB-0F38-A58564696DDF}"/>
                </a:ext>
              </a:extLst>
            </p:cNvPr>
            <p:cNvSpPr txBox="1"/>
            <p:nvPr/>
          </p:nvSpPr>
          <p:spPr>
            <a:xfrm>
              <a:off x="4005138" y="528692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基础层</a:t>
              </a:r>
            </a:p>
          </p:txBody>
        </p:sp>
        <p:graphicFrame>
          <p:nvGraphicFramePr>
            <p:cNvPr id="68" name="对象 67">
              <a:extLst>
                <a:ext uri="{FF2B5EF4-FFF2-40B4-BE49-F238E27FC236}">
                  <a16:creationId xmlns:a16="http://schemas.microsoft.com/office/drawing/2014/main" id="{4063D9CE-4B72-162C-8260-C40C40CA76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8392351"/>
                </p:ext>
              </p:extLst>
            </p:nvPr>
          </p:nvGraphicFramePr>
          <p:xfrm>
            <a:off x="642264" y="1655628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28600" progId="Equation.DSMT4">
                    <p:embed/>
                  </p:oleObj>
                </mc:Choice>
                <mc:Fallback>
                  <p:oleObj name="Equation" r:id="rId3" imgW="164880" imgH="228600" progId="Equation.DSMT4">
                    <p:embed/>
                    <p:pic>
                      <p:nvPicPr>
                        <p:cNvPr id="68" name="对象 67">
                          <a:extLst>
                            <a:ext uri="{FF2B5EF4-FFF2-40B4-BE49-F238E27FC236}">
                              <a16:creationId xmlns:a16="http://schemas.microsoft.com/office/drawing/2014/main" id="{C5C2A495-4F65-41EA-8A15-E755838DC79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2264" y="1655628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>
              <a:extLst>
                <a:ext uri="{FF2B5EF4-FFF2-40B4-BE49-F238E27FC236}">
                  <a16:creationId xmlns:a16="http://schemas.microsoft.com/office/drawing/2014/main" id="{F4AA12B0-255B-5A7B-02F0-B31D6580C5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599667"/>
                </p:ext>
              </p:extLst>
            </p:nvPr>
          </p:nvGraphicFramePr>
          <p:xfrm>
            <a:off x="664722" y="2597938"/>
            <a:ext cx="34290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69" name="对象 68">
                          <a:extLst>
                            <a:ext uri="{FF2B5EF4-FFF2-40B4-BE49-F238E27FC236}">
                              <a16:creationId xmlns:a16="http://schemas.microsoft.com/office/drawing/2014/main" id="{A4522E07-2AA2-48AE-936D-FB66B3C296E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64722" y="2597938"/>
                          <a:ext cx="342900" cy="514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对象 69">
              <a:extLst>
                <a:ext uri="{FF2B5EF4-FFF2-40B4-BE49-F238E27FC236}">
                  <a16:creationId xmlns:a16="http://schemas.microsoft.com/office/drawing/2014/main" id="{C83BCA71-B7AE-685B-5B45-67C191B55B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0866482"/>
                </p:ext>
              </p:extLst>
            </p:nvPr>
          </p:nvGraphicFramePr>
          <p:xfrm>
            <a:off x="651006" y="3519306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70" name="对象 69">
                          <a:extLst>
                            <a:ext uri="{FF2B5EF4-FFF2-40B4-BE49-F238E27FC236}">
                              <a16:creationId xmlns:a16="http://schemas.microsoft.com/office/drawing/2014/main" id="{F596D13D-A698-437E-8044-4E7AC7F92F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1006" y="3519306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>
              <a:extLst>
                <a:ext uri="{FF2B5EF4-FFF2-40B4-BE49-F238E27FC236}">
                  <a16:creationId xmlns:a16="http://schemas.microsoft.com/office/drawing/2014/main" id="{7EA38770-0286-1B96-D996-44B7B8187F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6064336"/>
                </p:ext>
              </p:extLst>
            </p:nvPr>
          </p:nvGraphicFramePr>
          <p:xfrm>
            <a:off x="649598" y="4519487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71" name="对象 70">
                          <a:extLst>
                            <a:ext uri="{FF2B5EF4-FFF2-40B4-BE49-F238E27FC236}">
                              <a16:creationId xmlns:a16="http://schemas.microsoft.com/office/drawing/2014/main" id="{393E9917-7778-4322-8685-9B319F386C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9598" y="4519487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73784842-7D89-C5BA-6843-2ADE1A05A11F}"/>
                </a:ext>
              </a:extLst>
            </p:cNvPr>
            <p:cNvGrpSpPr/>
            <p:nvPr/>
          </p:nvGrpSpPr>
          <p:grpSpPr>
            <a:xfrm rot="10800000">
              <a:off x="6648696" y="1815306"/>
              <a:ext cx="314037" cy="3073754"/>
              <a:chOff x="4084540" y="-337961"/>
              <a:chExt cx="314037" cy="3073754"/>
            </a:xfrm>
          </p:grpSpPr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E1FF4CAE-262F-3E48-364B-AABD7FB7E572}"/>
                  </a:ext>
                </a:extLst>
              </p:cNvPr>
              <p:cNvCxnSpPr>
                <a:cxnSpLocks/>
                <a:stCxn id="133" idx="4"/>
                <a:endCxn id="132" idx="4"/>
              </p:cNvCxnSpPr>
              <p:nvPr/>
            </p:nvCxnSpPr>
            <p:spPr>
              <a:xfrm rot="10800000" flipH="1" flipV="1">
                <a:off x="4214202" y="-251869"/>
                <a:ext cx="27357" cy="29876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73640682-459B-4D78-4008-EB59D8724665}"/>
                  </a:ext>
                </a:extLst>
              </p:cNvPr>
              <p:cNvSpPr/>
              <p:nvPr/>
            </p:nvSpPr>
            <p:spPr>
              <a:xfrm>
                <a:off x="4084540" y="2421306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7CEFAC69-6041-CE26-BB29-152247D05581}"/>
                  </a:ext>
                </a:extLst>
              </p:cNvPr>
              <p:cNvSpPr/>
              <p:nvPr/>
            </p:nvSpPr>
            <p:spPr>
              <a:xfrm>
                <a:off x="4171604" y="-337961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A86CF826-CCBC-A7F8-72CF-52A1A4AB1B35}"/>
                </a:ext>
              </a:extLst>
            </p:cNvPr>
            <p:cNvGrpSpPr/>
            <p:nvPr/>
          </p:nvGrpSpPr>
          <p:grpSpPr>
            <a:xfrm rot="10800000">
              <a:off x="7652538" y="1815306"/>
              <a:ext cx="314037" cy="3073754"/>
              <a:chOff x="4084540" y="-337961"/>
              <a:chExt cx="314037" cy="3073754"/>
            </a:xfrm>
          </p:grpSpPr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2A5FBBB6-0BD3-AB05-B067-B9FC003E8DCB}"/>
                  </a:ext>
                </a:extLst>
              </p:cNvPr>
              <p:cNvCxnSpPr>
                <a:cxnSpLocks/>
                <a:stCxn id="159" idx="4"/>
                <a:endCxn id="158" idx="4"/>
              </p:cNvCxnSpPr>
              <p:nvPr/>
            </p:nvCxnSpPr>
            <p:spPr>
              <a:xfrm rot="10800000" flipH="1" flipV="1">
                <a:off x="4214202" y="-251869"/>
                <a:ext cx="27357" cy="29876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2199B760-D8AC-0437-5AA3-75274B755CE8}"/>
                  </a:ext>
                </a:extLst>
              </p:cNvPr>
              <p:cNvSpPr/>
              <p:nvPr/>
            </p:nvSpPr>
            <p:spPr>
              <a:xfrm>
                <a:off x="4084540" y="2421306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86D0CB64-C77D-463B-409E-5C547BC6B93A}"/>
                  </a:ext>
                </a:extLst>
              </p:cNvPr>
              <p:cNvSpPr/>
              <p:nvPr/>
            </p:nvSpPr>
            <p:spPr>
              <a:xfrm>
                <a:off x="4171604" y="-337961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78545439-BD44-0876-75E2-3F0B4D22A2E6}"/>
                </a:ext>
              </a:extLst>
            </p:cNvPr>
            <p:cNvGrpSpPr/>
            <p:nvPr/>
          </p:nvGrpSpPr>
          <p:grpSpPr>
            <a:xfrm>
              <a:off x="1260890" y="1673620"/>
              <a:ext cx="587581" cy="573043"/>
              <a:chOff x="2404918" y="772593"/>
              <a:chExt cx="587581" cy="57304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0A6A965-43D1-48A3-3666-A68B9075D69C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88" name="对象 87">
                <a:extLst>
                  <a:ext uri="{FF2B5EF4-FFF2-40B4-BE49-F238E27FC236}">
                    <a16:creationId xmlns:a16="http://schemas.microsoft.com/office/drawing/2014/main" id="{10F9910D-7BF7-E850-1AF8-A2D8CFE530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3800" imgH="164880" progId="Equation.DSMT4">
                      <p:embed/>
                    </p:oleObj>
                  </mc:Choice>
                  <mc:Fallback>
                    <p:oleObj name="Equation" r:id="rId11" imgW="253800" imgH="164880" progId="Equation.DSMT4">
                      <p:embed/>
                      <p:pic>
                        <p:nvPicPr>
                          <p:cNvPr id="88" name="对象 87">
                            <a:extLst>
                              <a:ext uri="{FF2B5EF4-FFF2-40B4-BE49-F238E27FC236}">
                                <a16:creationId xmlns:a16="http://schemas.microsoft.com/office/drawing/2014/main" id="{26BE04EB-4E7F-43C8-88B9-21527771CBA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74BF0B31-5E02-A68D-C80A-B91F1F54EC4D}"/>
                </a:ext>
              </a:extLst>
            </p:cNvPr>
            <p:cNvGrpSpPr/>
            <p:nvPr/>
          </p:nvGrpSpPr>
          <p:grpSpPr>
            <a:xfrm>
              <a:off x="1959087" y="1673620"/>
              <a:ext cx="587581" cy="573043"/>
              <a:chOff x="2404918" y="772593"/>
              <a:chExt cx="587581" cy="573043"/>
            </a:xfrm>
          </p:grpSpPr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24969488-54DD-338E-2A05-E1E98BAFDC47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34" name="对象 133">
                <a:extLst>
                  <a:ext uri="{FF2B5EF4-FFF2-40B4-BE49-F238E27FC236}">
                    <a16:creationId xmlns:a16="http://schemas.microsoft.com/office/drawing/2014/main" id="{676FB8A1-8E3A-3B61-3363-E7B8ECB63B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134" name="对象 133">
                            <a:extLst>
                              <a:ext uri="{FF2B5EF4-FFF2-40B4-BE49-F238E27FC236}">
                                <a16:creationId xmlns:a16="http://schemas.microsoft.com/office/drawing/2014/main" id="{3DAC5928-728E-4AB7-9D62-2008A767528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24812E6B-EAF7-56B3-D629-D6FFBC080CC5}"/>
                </a:ext>
              </a:extLst>
            </p:cNvPr>
            <p:cNvGrpSpPr/>
            <p:nvPr/>
          </p:nvGrpSpPr>
          <p:grpSpPr>
            <a:xfrm>
              <a:off x="1260890" y="2632063"/>
              <a:ext cx="587581" cy="573043"/>
              <a:chOff x="2404918" y="772593"/>
              <a:chExt cx="587581" cy="573043"/>
            </a:xfrm>
          </p:grpSpPr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6C7DE5DF-8F30-FE32-89F3-998CE08B5636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19" name="对象 218">
                <a:extLst>
                  <a:ext uri="{FF2B5EF4-FFF2-40B4-BE49-F238E27FC236}">
                    <a16:creationId xmlns:a16="http://schemas.microsoft.com/office/drawing/2014/main" id="{3FE34E71-CE6C-6325-6343-680BA7C34DC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53800" imgH="164880" progId="Equation.DSMT4">
                      <p:embed/>
                    </p:oleObj>
                  </mc:Choice>
                  <mc:Fallback>
                    <p:oleObj name="Equation" r:id="rId15" imgW="253800" imgH="164880" progId="Equation.DSMT4">
                      <p:embed/>
                      <p:pic>
                        <p:nvPicPr>
                          <p:cNvPr id="219" name="对象 218">
                            <a:extLst>
                              <a:ext uri="{FF2B5EF4-FFF2-40B4-BE49-F238E27FC236}">
                                <a16:creationId xmlns:a16="http://schemas.microsoft.com/office/drawing/2014/main" id="{1A10A8C8-9F5B-4379-80D4-1B659E35345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04706BCC-82C0-6D3A-204B-BF4E932EC7C7}"/>
                </a:ext>
              </a:extLst>
            </p:cNvPr>
            <p:cNvGrpSpPr/>
            <p:nvPr/>
          </p:nvGrpSpPr>
          <p:grpSpPr>
            <a:xfrm>
              <a:off x="1959087" y="2632063"/>
              <a:ext cx="587581" cy="573043"/>
              <a:chOff x="2404918" y="772593"/>
              <a:chExt cx="587581" cy="573043"/>
            </a:xfrm>
          </p:grpSpPr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5BE2AFC8-5A82-70EA-8205-654AB9D509A1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2" name="对象 221">
                <a:extLst>
                  <a:ext uri="{FF2B5EF4-FFF2-40B4-BE49-F238E27FC236}">
                    <a16:creationId xmlns:a16="http://schemas.microsoft.com/office/drawing/2014/main" id="{5825FEBD-B8B4-430D-ADEA-36BA7C76815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53800" imgH="164880" progId="Equation.DSMT4">
                      <p:embed/>
                    </p:oleObj>
                  </mc:Choice>
                  <mc:Fallback>
                    <p:oleObj name="Equation" r:id="rId16" imgW="253800" imgH="164880" progId="Equation.DSMT4">
                      <p:embed/>
                      <p:pic>
                        <p:nvPicPr>
                          <p:cNvPr id="222" name="对象 221">
                            <a:extLst>
                              <a:ext uri="{FF2B5EF4-FFF2-40B4-BE49-F238E27FC236}">
                                <a16:creationId xmlns:a16="http://schemas.microsoft.com/office/drawing/2014/main" id="{1621BBCF-A907-4042-ACE5-F73D8093F25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DB7446F5-2275-EA1B-1600-837FFEA27908}"/>
                </a:ext>
              </a:extLst>
            </p:cNvPr>
            <p:cNvGrpSpPr/>
            <p:nvPr/>
          </p:nvGrpSpPr>
          <p:grpSpPr>
            <a:xfrm>
              <a:off x="1959087" y="3590506"/>
              <a:ext cx="587581" cy="573043"/>
              <a:chOff x="2404918" y="772593"/>
              <a:chExt cx="587581" cy="573043"/>
            </a:xfrm>
          </p:grpSpPr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EC50CC2A-9B3C-278A-7A76-66A6F6017555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8" name="对象 227">
                <a:extLst>
                  <a:ext uri="{FF2B5EF4-FFF2-40B4-BE49-F238E27FC236}">
                    <a16:creationId xmlns:a16="http://schemas.microsoft.com/office/drawing/2014/main" id="{EC4FE23B-B7D0-6A6B-72ED-D3E8727E4E0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253800" imgH="164880" progId="Equation.DSMT4">
                      <p:embed/>
                    </p:oleObj>
                  </mc:Choice>
                  <mc:Fallback>
                    <p:oleObj name="Equation" r:id="rId17" imgW="253800" imgH="164880" progId="Equation.DSMT4">
                      <p:embed/>
                      <p:pic>
                        <p:nvPicPr>
                          <p:cNvPr id="228" name="对象 227">
                            <a:extLst>
                              <a:ext uri="{FF2B5EF4-FFF2-40B4-BE49-F238E27FC236}">
                                <a16:creationId xmlns:a16="http://schemas.microsoft.com/office/drawing/2014/main" id="{E809ADF3-4C1C-4D54-8007-9A55B657EC6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6435A48C-4ECA-F32A-A40E-CDD22927DCEB}"/>
                </a:ext>
              </a:extLst>
            </p:cNvPr>
            <p:cNvGrpSpPr/>
            <p:nvPr/>
          </p:nvGrpSpPr>
          <p:grpSpPr>
            <a:xfrm>
              <a:off x="1260890" y="3590506"/>
              <a:ext cx="587581" cy="573043"/>
              <a:chOff x="2404918" y="772593"/>
              <a:chExt cx="587581" cy="573043"/>
            </a:xfrm>
          </p:grpSpPr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285FEBB3-9069-94D7-3755-4BF092E0A1FF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1" name="对象 230">
                <a:extLst>
                  <a:ext uri="{FF2B5EF4-FFF2-40B4-BE49-F238E27FC236}">
                    <a16:creationId xmlns:a16="http://schemas.microsoft.com/office/drawing/2014/main" id="{190370B0-A2FF-319E-0AE3-7F0E23F9C58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53800" imgH="164880" progId="Equation.DSMT4">
                      <p:embed/>
                    </p:oleObj>
                  </mc:Choice>
                  <mc:Fallback>
                    <p:oleObj name="Equation" r:id="rId18" imgW="253800" imgH="164880" progId="Equation.DSMT4">
                      <p:embed/>
                      <p:pic>
                        <p:nvPicPr>
                          <p:cNvPr id="231" name="对象 230">
                            <a:extLst>
                              <a:ext uri="{FF2B5EF4-FFF2-40B4-BE49-F238E27FC236}">
                                <a16:creationId xmlns:a16="http://schemas.microsoft.com/office/drawing/2014/main" id="{2BBA704E-0A85-443F-9BA3-84083CD4792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A8A56B1E-FFF8-33D0-5307-141BDE3EE3AE}"/>
                </a:ext>
              </a:extLst>
            </p:cNvPr>
            <p:cNvGrpSpPr/>
            <p:nvPr/>
          </p:nvGrpSpPr>
          <p:grpSpPr>
            <a:xfrm>
              <a:off x="1260890" y="4548948"/>
              <a:ext cx="587581" cy="573043"/>
              <a:chOff x="2404918" y="772593"/>
              <a:chExt cx="587581" cy="573043"/>
            </a:xfrm>
          </p:grpSpPr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65FA550F-070E-B6B1-8F94-B869A1099A2F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7" name="对象 236">
                <a:extLst>
                  <a:ext uri="{FF2B5EF4-FFF2-40B4-BE49-F238E27FC236}">
                    <a16:creationId xmlns:a16="http://schemas.microsoft.com/office/drawing/2014/main" id="{7A41AE5C-9834-C4F8-127B-1E00C6D1AA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53800" imgH="164880" progId="Equation.DSMT4">
                      <p:embed/>
                    </p:oleObj>
                  </mc:Choice>
                  <mc:Fallback>
                    <p:oleObj name="Equation" r:id="rId19" imgW="253800" imgH="164880" progId="Equation.DSMT4">
                      <p:embed/>
                      <p:pic>
                        <p:nvPicPr>
                          <p:cNvPr id="237" name="对象 236">
                            <a:extLst>
                              <a:ext uri="{FF2B5EF4-FFF2-40B4-BE49-F238E27FC236}">
                                <a16:creationId xmlns:a16="http://schemas.microsoft.com/office/drawing/2014/main" id="{F6138EBA-ABBE-4305-8EB5-43FDF358293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C054B8DB-703A-B5A9-94B9-12511D4CC94D}"/>
                </a:ext>
              </a:extLst>
            </p:cNvPr>
            <p:cNvGrpSpPr/>
            <p:nvPr/>
          </p:nvGrpSpPr>
          <p:grpSpPr>
            <a:xfrm>
              <a:off x="1959087" y="4548948"/>
              <a:ext cx="587581" cy="573043"/>
              <a:chOff x="2404918" y="772593"/>
              <a:chExt cx="587581" cy="573043"/>
            </a:xfrm>
          </p:grpSpPr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220E4B58-C586-6CE1-9FA3-E596E95A47C0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40" name="对象 239">
                <a:extLst>
                  <a:ext uri="{FF2B5EF4-FFF2-40B4-BE49-F238E27FC236}">
                    <a16:creationId xmlns:a16="http://schemas.microsoft.com/office/drawing/2014/main" id="{E3CFD6DA-4F25-763C-C365-CEFFC2E9051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253800" imgH="164880" progId="Equation.DSMT4">
                      <p:embed/>
                    </p:oleObj>
                  </mc:Choice>
                  <mc:Fallback>
                    <p:oleObj name="Equation" r:id="rId20" imgW="253800" imgH="164880" progId="Equation.DSMT4">
                      <p:embed/>
                      <p:pic>
                        <p:nvPicPr>
                          <p:cNvPr id="240" name="对象 239">
                            <a:extLst>
                              <a:ext uri="{FF2B5EF4-FFF2-40B4-BE49-F238E27FC236}">
                                <a16:creationId xmlns:a16="http://schemas.microsoft.com/office/drawing/2014/main" id="{76E3349C-ADE0-4AC1-B931-951EB0DC01E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C86A1BA-F6F5-0D4C-9876-254B8E83D1B4}"/>
                </a:ext>
              </a:extLst>
            </p:cNvPr>
            <p:cNvGrpSpPr/>
            <p:nvPr/>
          </p:nvGrpSpPr>
          <p:grpSpPr>
            <a:xfrm>
              <a:off x="8393994" y="1655628"/>
              <a:ext cx="1285778" cy="3448371"/>
              <a:chOff x="9149934" y="1655628"/>
              <a:chExt cx="1285778" cy="3448371"/>
            </a:xfrm>
          </p:grpSpPr>
          <p:grpSp>
            <p:nvGrpSpPr>
              <p:cNvPr id="241" name="组合 240">
                <a:extLst>
                  <a:ext uri="{FF2B5EF4-FFF2-40B4-BE49-F238E27FC236}">
                    <a16:creationId xmlns:a16="http://schemas.microsoft.com/office/drawing/2014/main" id="{A22ECA52-25B9-8F4A-6B23-C8123F00AEC8}"/>
                  </a:ext>
                </a:extLst>
              </p:cNvPr>
              <p:cNvGrpSpPr/>
              <p:nvPr/>
            </p:nvGrpSpPr>
            <p:grpSpPr>
              <a:xfrm>
                <a:off x="9149934" y="1655628"/>
                <a:ext cx="587581" cy="573043"/>
                <a:chOff x="2404918" y="772593"/>
                <a:chExt cx="587581" cy="573043"/>
              </a:xfrm>
            </p:grpSpPr>
            <p:sp>
              <p:nvSpPr>
                <p:cNvPr id="242" name="矩形 241">
                  <a:extLst>
                    <a:ext uri="{FF2B5EF4-FFF2-40B4-BE49-F238E27FC236}">
                      <a16:creationId xmlns:a16="http://schemas.microsoft.com/office/drawing/2014/main" id="{2D466317-027F-42B8-B333-E9E4EC861D8C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43" name="对象 242">
                  <a:extLst>
                    <a:ext uri="{FF2B5EF4-FFF2-40B4-BE49-F238E27FC236}">
                      <a16:creationId xmlns:a16="http://schemas.microsoft.com/office/drawing/2014/main" id="{04695BD4-AE6F-F26C-4A82-50ABD2B1505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1" imgW="253800" imgH="164880" progId="Equation.DSMT4">
                        <p:embed/>
                      </p:oleObj>
                    </mc:Choice>
                    <mc:Fallback>
                      <p:oleObj name="Equation" r:id="rId21" imgW="253800" imgH="164880" progId="Equation.DSMT4">
                        <p:embed/>
                        <p:pic>
                          <p:nvPicPr>
                            <p:cNvPr id="243" name="对象 242">
                              <a:extLst>
                                <a:ext uri="{FF2B5EF4-FFF2-40B4-BE49-F238E27FC236}">
                                  <a16:creationId xmlns:a16="http://schemas.microsoft.com/office/drawing/2014/main" id="{BBCB21B0-0B9D-4412-9DF5-45F09B9DE72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D97C959E-FAD4-7555-DDB5-873D1CDA3409}"/>
                  </a:ext>
                </a:extLst>
              </p:cNvPr>
              <p:cNvGrpSpPr/>
              <p:nvPr/>
            </p:nvGrpSpPr>
            <p:grpSpPr>
              <a:xfrm>
                <a:off x="9848131" y="1655628"/>
                <a:ext cx="587581" cy="573043"/>
                <a:chOff x="2404918" y="772593"/>
                <a:chExt cx="587581" cy="573043"/>
              </a:xfrm>
            </p:grpSpPr>
            <p:sp>
              <p:nvSpPr>
                <p:cNvPr id="245" name="矩形 244">
                  <a:extLst>
                    <a:ext uri="{FF2B5EF4-FFF2-40B4-BE49-F238E27FC236}">
                      <a16:creationId xmlns:a16="http://schemas.microsoft.com/office/drawing/2014/main" id="{A3026A04-7842-4E56-A0DB-8138CB83C5D9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46" name="对象 245">
                  <a:extLst>
                    <a:ext uri="{FF2B5EF4-FFF2-40B4-BE49-F238E27FC236}">
                      <a16:creationId xmlns:a16="http://schemas.microsoft.com/office/drawing/2014/main" id="{00C0D1BE-D6DA-0702-CFA6-BABF34D8229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253800" imgH="164880" progId="Equation.DSMT4">
                        <p:embed/>
                      </p:oleObj>
                    </mc:Choice>
                    <mc:Fallback>
                      <p:oleObj name="Equation" r:id="rId22" imgW="253800" imgH="164880" progId="Equation.DSMT4">
                        <p:embed/>
                        <p:pic>
                          <p:nvPicPr>
                            <p:cNvPr id="246" name="对象 245">
                              <a:extLst>
                                <a:ext uri="{FF2B5EF4-FFF2-40B4-BE49-F238E27FC236}">
                                  <a16:creationId xmlns:a16="http://schemas.microsoft.com/office/drawing/2014/main" id="{7C52B226-5994-4CB9-89BA-688BE3A3869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47" name="组合 246">
                <a:extLst>
                  <a:ext uri="{FF2B5EF4-FFF2-40B4-BE49-F238E27FC236}">
                    <a16:creationId xmlns:a16="http://schemas.microsoft.com/office/drawing/2014/main" id="{363B0AC7-7AB6-803A-D7AB-6B51CE58F8AE}"/>
                  </a:ext>
                </a:extLst>
              </p:cNvPr>
              <p:cNvGrpSpPr/>
              <p:nvPr/>
            </p:nvGrpSpPr>
            <p:grpSpPr>
              <a:xfrm>
                <a:off x="9149934" y="2614071"/>
                <a:ext cx="587581" cy="573043"/>
                <a:chOff x="2404918" y="772593"/>
                <a:chExt cx="587581" cy="573043"/>
              </a:xfrm>
            </p:grpSpPr>
            <p:sp>
              <p:nvSpPr>
                <p:cNvPr id="248" name="矩形 247">
                  <a:extLst>
                    <a:ext uri="{FF2B5EF4-FFF2-40B4-BE49-F238E27FC236}">
                      <a16:creationId xmlns:a16="http://schemas.microsoft.com/office/drawing/2014/main" id="{90DD1AA2-A1D8-3C9B-30DF-1394C0A7C103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49" name="对象 248">
                  <a:extLst>
                    <a:ext uri="{FF2B5EF4-FFF2-40B4-BE49-F238E27FC236}">
                      <a16:creationId xmlns:a16="http://schemas.microsoft.com/office/drawing/2014/main" id="{CABE6DEC-2D9F-5E58-090A-1BB1C3D140E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3" imgW="253800" imgH="164880" progId="Equation.DSMT4">
                        <p:embed/>
                      </p:oleObj>
                    </mc:Choice>
                    <mc:Fallback>
                      <p:oleObj name="Equation" r:id="rId23" imgW="253800" imgH="164880" progId="Equation.DSMT4">
                        <p:embed/>
                        <p:pic>
                          <p:nvPicPr>
                            <p:cNvPr id="249" name="对象 248">
                              <a:extLst>
                                <a:ext uri="{FF2B5EF4-FFF2-40B4-BE49-F238E27FC236}">
                                  <a16:creationId xmlns:a16="http://schemas.microsoft.com/office/drawing/2014/main" id="{C21DC4B5-F800-440B-AE87-5C2C567428E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0" name="组合 249">
                <a:extLst>
                  <a:ext uri="{FF2B5EF4-FFF2-40B4-BE49-F238E27FC236}">
                    <a16:creationId xmlns:a16="http://schemas.microsoft.com/office/drawing/2014/main" id="{36EF52DC-883D-E07D-24AE-AC987699150E}"/>
                  </a:ext>
                </a:extLst>
              </p:cNvPr>
              <p:cNvGrpSpPr/>
              <p:nvPr/>
            </p:nvGrpSpPr>
            <p:grpSpPr>
              <a:xfrm>
                <a:off x="9848131" y="2614071"/>
                <a:ext cx="587581" cy="573043"/>
                <a:chOff x="2404918" y="772593"/>
                <a:chExt cx="587581" cy="573043"/>
              </a:xfrm>
            </p:grpSpPr>
            <p:sp>
              <p:nvSpPr>
                <p:cNvPr id="251" name="矩形 250">
                  <a:extLst>
                    <a:ext uri="{FF2B5EF4-FFF2-40B4-BE49-F238E27FC236}">
                      <a16:creationId xmlns:a16="http://schemas.microsoft.com/office/drawing/2014/main" id="{458B8A38-6653-0266-8B13-A85F6539B177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52" name="对象 251">
                  <a:extLst>
                    <a:ext uri="{FF2B5EF4-FFF2-40B4-BE49-F238E27FC236}">
                      <a16:creationId xmlns:a16="http://schemas.microsoft.com/office/drawing/2014/main" id="{69FEEDC9-51BA-5BA0-67CC-796C087CA01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253800" imgH="164880" progId="Equation.DSMT4">
                        <p:embed/>
                      </p:oleObj>
                    </mc:Choice>
                    <mc:Fallback>
                      <p:oleObj name="Equation" r:id="rId24" imgW="253800" imgH="164880" progId="Equation.DSMT4">
                        <p:embed/>
                        <p:pic>
                          <p:nvPicPr>
                            <p:cNvPr id="252" name="对象 251">
                              <a:extLst>
                                <a:ext uri="{FF2B5EF4-FFF2-40B4-BE49-F238E27FC236}">
                                  <a16:creationId xmlns:a16="http://schemas.microsoft.com/office/drawing/2014/main" id="{670C8850-F10B-4CE5-BD74-2A5CCAA6F45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3" name="组合 252">
                <a:extLst>
                  <a:ext uri="{FF2B5EF4-FFF2-40B4-BE49-F238E27FC236}">
                    <a16:creationId xmlns:a16="http://schemas.microsoft.com/office/drawing/2014/main" id="{CB02A540-F7E8-2191-87C3-03D05DD89825}"/>
                  </a:ext>
                </a:extLst>
              </p:cNvPr>
              <p:cNvGrpSpPr/>
              <p:nvPr/>
            </p:nvGrpSpPr>
            <p:grpSpPr>
              <a:xfrm>
                <a:off x="9848131" y="3572514"/>
                <a:ext cx="587581" cy="573043"/>
                <a:chOff x="2404918" y="772593"/>
                <a:chExt cx="587581" cy="573043"/>
              </a:xfrm>
            </p:grpSpPr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397B78E0-D135-649D-11AD-31076D65E6CE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55" name="对象 254">
                  <a:extLst>
                    <a:ext uri="{FF2B5EF4-FFF2-40B4-BE49-F238E27FC236}">
                      <a16:creationId xmlns:a16="http://schemas.microsoft.com/office/drawing/2014/main" id="{52ABC208-F4EF-B1D2-9D9A-FE20791FEF5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253800" imgH="164880" progId="Equation.DSMT4">
                        <p:embed/>
                      </p:oleObj>
                    </mc:Choice>
                    <mc:Fallback>
                      <p:oleObj name="Equation" r:id="rId25" imgW="253800" imgH="164880" progId="Equation.DSMT4">
                        <p:embed/>
                        <p:pic>
                          <p:nvPicPr>
                            <p:cNvPr id="255" name="对象 254">
                              <a:extLst>
                                <a:ext uri="{FF2B5EF4-FFF2-40B4-BE49-F238E27FC236}">
                                  <a16:creationId xmlns:a16="http://schemas.microsoft.com/office/drawing/2014/main" id="{A9351A68-EC4A-4959-8C6F-5ACEDCAC823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6" name="组合 255">
                <a:extLst>
                  <a:ext uri="{FF2B5EF4-FFF2-40B4-BE49-F238E27FC236}">
                    <a16:creationId xmlns:a16="http://schemas.microsoft.com/office/drawing/2014/main" id="{567AC9F5-1BF7-0229-2FA5-B9FBF284E96A}"/>
                  </a:ext>
                </a:extLst>
              </p:cNvPr>
              <p:cNvGrpSpPr/>
              <p:nvPr/>
            </p:nvGrpSpPr>
            <p:grpSpPr>
              <a:xfrm>
                <a:off x="9149934" y="3572514"/>
                <a:ext cx="587581" cy="573043"/>
                <a:chOff x="2404918" y="772593"/>
                <a:chExt cx="587581" cy="573043"/>
              </a:xfrm>
            </p:grpSpPr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90ED1430-59AF-62AC-55EC-87482D5246A8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58" name="对象 257">
                  <a:extLst>
                    <a:ext uri="{FF2B5EF4-FFF2-40B4-BE49-F238E27FC236}">
                      <a16:creationId xmlns:a16="http://schemas.microsoft.com/office/drawing/2014/main" id="{08296668-6413-F079-3106-1B4E6C56C3F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6" imgW="253800" imgH="164880" progId="Equation.DSMT4">
                        <p:embed/>
                      </p:oleObj>
                    </mc:Choice>
                    <mc:Fallback>
                      <p:oleObj name="Equation" r:id="rId26" imgW="253800" imgH="164880" progId="Equation.DSMT4">
                        <p:embed/>
                        <p:pic>
                          <p:nvPicPr>
                            <p:cNvPr id="258" name="对象 257">
                              <a:extLst>
                                <a:ext uri="{FF2B5EF4-FFF2-40B4-BE49-F238E27FC236}">
                                  <a16:creationId xmlns:a16="http://schemas.microsoft.com/office/drawing/2014/main" id="{7E30A57B-741F-4E3E-A954-20E198755EF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9" name="组合 258">
                <a:extLst>
                  <a:ext uri="{FF2B5EF4-FFF2-40B4-BE49-F238E27FC236}">
                    <a16:creationId xmlns:a16="http://schemas.microsoft.com/office/drawing/2014/main" id="{80F1AD36-51BD-8B93-DFA5-8925926144E1}"/>
                  </a:ext>
                </a:extLst>
              </p:cNvPr>
              <p:cNvGrpSpPr/>
              <p:nvPr/>
            </p:nvGrpSpPr>
            <p:grpSpPr>
              <a:xfrm>
                <a:off x="9149934" y="4530956"/>
                <a:ext cx="587581" cy="573043"/>
                <a:chOff x="2404918" y="772593"/>
                <a:chExt cx="587581" cy="573043"/>
              </a:xfrm>
            </p:grpSpPr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CBB19F95-C8BA-E9BE-88CE-6E81F43B14C4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61" name="对象 260">
                  <a:extLst>
                    <a:ext uri="{FF2B5EF4-FFF2-40B4-BE49-F238E27FC236}">
                      <a16:creationId xmlns:a16="http://schemas.microsoft.com/office/drawing/2014/main" id="{F3C2F18B-13F5-6D2E-D884-6EB2A95FD97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7" imgW="253800" imgH="164880" progId="Equation.DSMT4">
                        <p:embed/>
                      </p:oleObj>
                    </mc:Choice>
                    <mc:Fallback>
                      <p:oleObj name="Equation" r:id="rId27" imgW="253800" imgH="164880" progId="Equation.DSMT4">
                        <p:embed/>
                        <p:pic>
                          <p:nvPicPr>
                            <p:cNvPr id="261" name="对象 260">
                              <a:extLst>
                                <a:ext uri="{FF2B5EF4-FFF2-40B4-BE49-F238E27FC236}">
                                  <a16:creationId xmlns:a16="http://schemas.microsoft.com/office/drawing/2014/main" id="{76C674E0-B2C5-4536-956C-E85BD42CBE2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62" name="组合 261">
                <a:extLst>
                  <a:ext uri="{FF2B5EF4-FFF2-40B4-BE49-F238E27FC236}">
                    <a16:creationId xmlns:a16="http://schemas.microsoft.com/office/drawing/2014/main" id="{788C182A-917D-E8F5-0FB3-BEAE8C02D216}"/>
                  </a:ext>
                </a:extLst>
              </p:cNvPr>
              <p:cNvGrpSpPr/>
              <p:nvPr/>
            </p:nvGrpSpPr>
            <p:grpSpPr>
              <a:xfrm>
                <a:off x="9848131" y="4530956"/>
                <a:ext cx="587581" cy="573043"/>
                <a:chOff x="2404918" y="772593"/>
                <a:chExt cx="587581" cy="573043"/>
              </a:xfrm>
            </p:grpSpPr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2FD52DA8-A864-7B53-512E-4513D114EB0D}"/>
                    </a:ext>
                  </a:extLst>
                </p:cNvPr>
                <p:cNvSpPr/>
                <p:nvPr/>
              </p:nvSpPr>
              <p:spPr>
                <a:xfrm>
                  <a:off x="2404918" y="77259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64" name="对象 263">
                  <a:extLst>
                    <a:ext uri="{FF2B5EF4-FFF2-40B4-BE49-F238E27FC236}">
                      <a16:creationId xmlns:a16="http://schemas.microsoft.com/office/drawing/2014/main" id="{DF4271BF-5A33-0E7F-34B8-F23A90FA922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10659" y="92640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8" imgW="253800" imgH="164880" progId="Equation.DSMT4">
                        <p:embed/>
                      </p:oleObj>
                    </mc:Choice>
                    <mc:Fallback>
                      <p:oleObj name="Equation" r:id="rId28" imgW="253800" imgH="164880" progId="Equation.DSMT4">
                        <p:embed/>
                        <p:pic>
                          <p:nvPicPr>
                            <p:cNvPr id="264" name="对象 263">
                              <a:extLst>
                                <a:ext uri="{FF2B5EF4-FFF2-40B4-BE49-F238E27FC236}">
                                  <a16:creationId xmlns:a16="http://schemas.microsoft.com/office/drawing/2014/main" id="{15B4B73A-37D3-4131-9275-99B7F91EAE7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0659" y="92640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7495E55-A6D2-FA59-BC92-17C386C66EFD}"/>
                </a:ext>
              </a:extLst>
            </p:cNvPr>
            <p:cNvGrpSpPr/>
            <p:nvPr/>
          </p:nvGrpSpPr>
          <p:grpSpPr>
            <a:xfrm>
              <a:off x="2787432" y="1673620"/>
              <a:ext cx="1308519" cy="1513494"/>
              <a:chOff x="2787432" y="1673620"/>
              <a:chExt cx="1308519" cy="1513494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ED27B3E1-59C0-B672-09F2-9DBC550D16D5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8984CE4A-0484-2805-7C0E-9541BE5B59B1}"/>
                    </a:ext>
                  </a:extLst>
                </p:cNvPr>
                <p:cNvCxnSpPr>
                  <a:cxnSpLocks/>
                  <a:endCxn id="28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C335FCFF-AEDA-DA9B-8B3C-F1C00168D238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D91466FC-5C20-AF0B-0E16-B8A2626706C1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0DBCF384-DD85-9AAC-6398-353C59D4A8D0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851425B3-D76F-BB93-BBD4-8068A91597C8}"/>
                    </a:ext>
                  </a:extLst>
                </p:cNvPr>
                <p:cNvCxnSpPr>
                  <a:cxnSpLocks/>
                  <a:endCxn id="37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64448E13-C0FD-00D9-A93F-252DCA84511A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0CCBEB2B-B9AA-E9E0-3D31-B48276571F09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448E3B38-31BD-0A7B-277E-DD7DBB2AA0DC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9433CE82-1632-5725-B276-B5933C518507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67" name="对象 266">
                  <a:extLst>
                    <a:ext uri="{FF2B5EF4-FFF2-40B4-BE49-F238E27FC236}">
                      <a16:creationId xmlns:a16="http://schemas.microsoft.com/office/drawing/2014/main" id="{76221491-52E4-EE27-A6BE-FECA98C7AE6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9" imgW="253800" imgH="164880" progId="Equation.DSMT4">
                        <p:embed/>
                      </p:oleObj>
                    </mc:Choice>
                    <mc:Fallback>
                      <p:oleObj name="Equation" r:id="rId29" imgW="253800" imgH="164880" progId="Equation.DSMT4">
                        <p:embed/>
                        <p:pic>
                          <p:nvPicPr>
                            <p:cNvPr id="267" name="对象 266">
                              <a:extLst>
                                <a:ext uri="{FF2B5EF4-FFF2-40B4-BE49-F238E27FC236}">
                                  <a16:creationId xmlns:a16="http://schemas.microsoft.com/office/drawing/2014/main" id="{142A5D3A-F203-4960-96AA-1B03DDBDD7E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68" name="组合 267">
                <a:extLst>
                  <a:ext uri="{FF2B5EF4-FFF2-40B4-BE49-F238E27FC236}">
                    <a16:creationId xmlns:a16="http://schemas.microsoft.com/office/drawing/2014/main" id="{0A6697FB-4A51-77C2-7F43-EB951CFCD100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3E4837D-2FEA-142E-CE7A-7FFF40E79DC6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0" name="对象 269">
                  <a:extLst>
                    <a:ext uri="{FF2B5EF4-FFF2-40B4-BE49-F238E27FC236}">
                      <a16:creationId xmlns:a16="http://schemas.microsoft.com/office/drawing/2014/main" id="{7373F9EC-3AFB-67AE-5D67-164AD9342B1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0" imgW="253800" imgH="164880" progId="Equation.DSMT4">
                        <p:embed/>
                      </p:oleObj>
                    </mc:Choice>
                    <mc:Fallback>
                      <p:oleObj name="Equation" r:id="rId30" imgW="253800" imgH="164880" progId="Equation.DSMT4">
                        <p:embed/>
                        <p:pic>
                          <p:nvPicPr>
                            <p:cNvPr id="270" name="对象 269">
                              <a:extLst>
                                <a:ext uri="{FF2B5EF4-FFF2-40B4-BE49-F238E27FC236}">
                                  <a16:creationId xmlns:a16="http://schemas.microsoft.com/office/drawing/2014/main" id="{16FFF991-F988-491A-BC83-1B03E54F600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71" name="组合 270">
              <a:extLst>
                <a:ext uri="{FF2B5EF4-FFF2-40B4-BE49-F238E27FC236}">
                  <a16:creationId xmlns:a16="http://schemas.microsoft.com/office/drawing/2014/main" id="{F59AC723-73FE-28C0-C85A-02A57CDA8D42}"/>
                </a:ext>
              </a:extLst>
            </p:cNvPr>
            <p:cNvGrpSpPr/>
            <p:nvPr/>
          </p:nvGrpSpPr>
          <p:grpSpPr>
            <a:xfrm>
              <a:off x="4083251" y="2639471"/>
              <a:ext cx="1308519" cy="1513494"/>
              <a:chOff x="2787432" y="1673620"/>
              <a:chExt cx="1308519" cy="1513494"/>
            </a:xfrm>
          </p:grpSpPr>
          <p:grpSp>
            <p:nvGrpSpPr>
              <p:cNvPr id="272" name="组合 271">
                <a:extLst>
                  <a:ext uri="{FF2B5EF4-FFF2-40B4-BE49-F238E27FC236}">
                    <a16:creationId xmlns:a16="http://schemas.microsoft.com/office/drawing/2014/main" id="{A40D2A02-C918-7383-D6A7-8DE46D6313A0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83" name="直接连接符 282">
                  <a:extLst>
                    <a:ext uri="{FF2B5EF4-FFF2-40B4-BE49-F238E27FC236}">
                      <a16:creationId xmlns:a16="http://schemas.microsoft.com/office/drawing/2014/main" id="{8683E556-82A3-D3BC-64BC-2147348FF4E8}"/>
                    </a:ext>
                  </a:extLst>
                </p:cNvPr>
                <p:cNvCxnSpPr>
                  <a:cxnSpLocks/>
                  <a:endCxn id="284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4" name="椭圆 283">
                  <a:extLst>
                    <a:ext uri="{FF2B5EF4-FFF2-40B4-BE49-F238E27FC236}">
                      <a16:creationId xmlns:a16="http://schemas.microsoft.com/office/drawing/2014/main" id="{1A5181BA-890D-D545-0DD0-E705874314A0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5" name="椭圆 284">
                  <a:extLst>
                    <a:ext uri="{FF2B5EF4-FFF2-40B4-BE49-F238E27FC236}">
                      <a16:creationId xmlns:a16="http://schemas.microsoft.com/office/drawing/2014/main" id="{C72B3252-0EEF-AD8A-F60E-883C16F30A34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3" name="组合 272">
                <a:extLst>
                  <a:ext uri="{FF2B5EF4-FFF2-40B4-BE49-F238E27FC236}">
                    <a16:creationId xmlns:a16="http://schemas.microsoft.com/office/drawing/2014/main" id="{494AEB19-5601-E96A-4C2E-B431155753A7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80" name="直接连接符 279">
                  <a:extLst>
                    <a:ext uri="{FF2B5EF4-FFF2-40B4-BE49-F238E27FC236}">
                      <a16:creationId xmlns:a16="http://schemas.microsoft.com/office/drawing/2014/main" id="{207267E0-6A2A-1054-E1B0-776CAB3BF789}"/>
                    </a:ext>
                  </a:extLst>
                </p:cNvPr>
                <p:cNvCxnSpPr>
                  <a:cxnSpLocks/>
                  <a:endCxn id="281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1" name="椭圆 280">
                  <a:extLst>
                    <a:ext uri="{FF2B5EF4-FFF2-40B4-BE49-F238E27FC236}">
                      <a16:creationId xmlns:a16="http://schemas.microsoft.com/office/drawing/2014/main" id="{6A2E1D3A-CA04-1595-6AA6-43B820382426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2" name="椭圆 281">
                  <a:extLst>
                    <a:ext uri="{FF2B5EF4-FFF2-40B4-BE49-F238E27FC236}">
                      <a16:creationId xmlns:a16="http://schemas.microsoft.com/office/drawing/2014/main" id="{99550E30-11D9-B89C-027F-9D0B1655CBCF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4" name="组合 273">
                <a:extLst>
                  <a:ext uri="{FF2B5EF4-FFF2-40B4-BE49-F238E27FC236}">
                    <a16:creationId xmlns:a16="http://schemas.microsoft.com/office/drawing/2014/main" id="{DCDF0F9A-BF27-4DA7-DE6E-EEA8B507AFA8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78" name="矩形 277">
                  <a:extLst>
                    <a:ext uri="{FF2B5EF4-FFF2-40B4-BE49-F238E27FC236}">
                      <a16:creationId xmlns:a16="http://schemas.microsoft.com/office/drawing/2014/main" id="{DBD8BE42-A6D0-10B3-80DE-1B24BDBE758B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9" name="对象 278">
                  <a:extLst>
                    <a:ext uri="{FF2B5EF4-FFF2-40B4-BE49-F238E27FC236}">
                      <a16:creationId xmlns:a16="http://schemas.microsoft.com/office/drawing/2014/main" id="{976D04D8-B527-E585-09DF-FD5B0EF4C55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1" imgW="253800" imgH="164880" progId="Equation.DSMT4">
                        <p:embed/>
                      </p:oleObj>
                    </mc:Choice>
                    <mc:Fallback>
                      <p:oleObj name="Equation" r:id="rId31" imgW="253800" imgH="164880" progId="Equation.DSMT4">
                        <p:embed/>
                        <p:pic>
                          <p:nvPicPr>
                            <p:cNvPr id="279" name="对象 278">
                              <a:extLst>
                                <a:ext uri="{FF2B5EF4-FFF2-40B4-BE49-F238E27FC236}">
                                  <a16:creationId xmlns:a16="http://schemas.microsoft.com/office/drawing/2014/main" id="{071BF0AD-6203-40C0-A5CD-DCCEF5E1169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5" name="组合 274">
                <a:extLst>
                  <a:ext uri="{FF2B5EF4-FFF2-40B4-BE49-F238E27FC236}">
                    <a16:creationId xmlns:a16="http://schemas.microsoft.com/office/drawing/2014/main" id="{79755028-FB25-C875-A200-BE550FD747F9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76" name="矩形 275">
                  <a:extLst>
                    <a:ext uri="{FF2B5EF4-FFF2-40B4-BE49-F238E27FC236}">
                      <a16:creationId xmlns:a16="http://schemas.microsoft.com/office/drawing/2014/main" id="{A253C5FD-7D76-EE94-C347-4E459FA5DE63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7" name="对象 276">
                  <a:extLst>
                    <a:ext uri="{FF2B5EF4-FFF2-40B4-BE49-F238E27FC236}">
                      <a16:creationId xmlns:a16="http://schemas.microsoft.com/office/drawing/2014/main" id="{EE56B845-CA05-EA12-6F3C-193FF527ED4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2" imgW="253800" imgH="164880" progId="Equation.DSMT4">
                        <p:embed/>
                      </p:oleObj>
                    </mc:Choice>
                    <mc:Fallback>
                      <p:oleObj name="Equation" r:id="rId32" imgW="253800" imgH="164880" progId="Equation.DSMT4">
                        <p:embed/>
                        <p:pic>
                          <p:nvPicPr>
                            <p:cNvPr id="277" name="对象 276">
                              <a:extLst>
                                <a:ext uri="{FF2B5EF4-FFF2-40B4-BE49-F238E27FC236}">
                                  <a16:creationId xmlns:a16="http://schemas.microsoft.com/office/drawing/2014/main" id="{6EF6A34A-B9A5-4C2E-AAC0-CE66F75F0AF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F85EBF4F-0D7C-1862-C89B-168630B4D729}"/>
                </a:ext>
              </a:extLst>
            </p:cNvPr>
            <p:cNvGrpSpPr/>
            <p:nvPr/>
          </p:nvGrpSpPr>
          <p:grpSpPr>
            <a:xfrm>
              <a:off x="5379070" y="3592438"/>
              <a:ext cx="1308519" cy="1513494"/>
              <a:chOff x="2787432" y="1673620"/>
              <a:chExt cx="1308519" cy="1513494"/>
            </a:xfrm>
          </p:grpSpPr>
          <p:grpSp>
            <p:nvGrpSpPr>
              <p:cNvPr id="287" name="组合 286">
                <a:extLst>
                  <a:ext uri="{FF2B5EF4-FFF2-40B4-BE49-F238E27FC236}">
                    <a16:creationId xmlns:a16="http://schemas.microsoft.com/office/drawing/2014/main" id="{B64DF6E9-7EDA-7879-2E3E-37A9BF582041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98" name="直接连接符 297">
                  <a:extLst>
                    <a:ext uri="{FF2B5EF4-FFF2-40B4-BE49-F238E27FC236}">
                      <a16:creationId xmlns:a16="http://schemas.microsoft.com/office/drawing/2014/main" id="{A71DDD8E-B149-1657-273D-BEA4440674A9}"/>
                    </a:ext>
                  </a:extLst>
                </p:cNvPr>
                <p:cNvCxnSpPr>
                  <a:cxnSpLocks/>
                  <a:endCxn id="299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9" name="椭圆 298">
                  <a:extLst>
                    <a:ext uri="{FF2B5EF4-FFF2-40B4-BE49-F238E27FC236}">
                      <a16:creationId xmlns:a16="http://schemas.microsoft.com/office/drawing/2014/main" id="{487B4B49-5F13-0933-FBED-706BDC165E8F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0" name="椭圆 299">
                  <a:extLst>
                    <a:ext uri="{FF2B5EF4-FFF2-40B4-BE49-F238E27FC236}">
                      <a16:creationId xmlns:a16="http://schemas.microsoft.com/office/drawing/2014/main" id="{03E52F8A-9608-244E-E969-363859B67316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8" name="组合 287">
                <a:extLst>
                  <a:ext uri="{FF2B5EF4-FFF2-40B4-BE49-F238E27FC236}">
                    <a16:creationId xmlns:a16="http://schemas.microsoft.com/office/drawing/2014/main" id="{8E3FABE9-417A-6CD6-168E-CE3C759438AF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95" name="直接连接符 294">
                  <a:extLst>
                    <a:ext uri="{FF2B5EF4-FFF2-40B4-BE49-F238E27FC236}">
                      <a16:creationId xmlns:a16="http://schemas.microsoft.com/office/drawing/2014/main" id="{296A97FD-7451-962A-0101-3519540E8EE9}"/>
                    </a:ext>
                  </a:extLst>
                </p:cNvPr>
                <p:cNvCxnSpPr>
                  <a:cxnSpLocks/>
                  <a:endCxn id="296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FDAF9C8F-E9CB-10E4-3704-82B76520DA2F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7" name="椭圆 296">
                  <a:extLst>
                    <a:ext uri="{FF2B5EF4-FFF2-40B4-BE49-F238E27FC236}">
                      <a16:creationId xmlns:a16="http://schemas.microsoft.com/office/drawing/2014/main" id="{EE383640-4497-28D7-D670-C80032F1DC76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9" name="组合 288">
                <a:extLst>
                  <a:ext uri="{FF2B5EF4-FFF2-40B4-BE49-F238E27FC236}">
                    <a16:creationId xmlns:a16="http://schemas.microsoft.com/office/drawing/2014/main" id="{F8EC221B-CCE2-610E-B007-124847F1288D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93" name="矩形 292">
                  <a:extLst>
                    <a:ext uri="{FF2B5EF4-FFF2-40B4-BE49-F238E27FC236}">
                      <a16:creationId xmlns:a16="http://schemas.microsoft.com/office/drawing/2014/main" id="{960E88D7-9E33-CD48-CC13-837348E04C65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94" name="对象 293">
                  <a:extLst>
                    <a:ext uri="{FF2B5EF4-FFF2-40B4-BE49-F238E27FC236}">
                      <a16:creationId xmlns:a16="http://schemas.microsoft.com/office/drawing/2014/main" id="{C0C03236-58C3-28A5-C2DB-F0C169F10CF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3" imgW="253800" imgH="164880" progId="Equation.DSMT4">
                        <p:embed/>
                      </p:oleObj>
                    </mc:Choice>
                    <mc:Fallback>
                      <p:oleObj name="Equation" r:id="rId33" imgW="253800" imgH="164880" progId="Equation.DSMT4">
                        <p:embed/>
                        <p:pic>
                          <p:nvPicPr>
                            <p:cNvPr id="294" name="对象 293">
                              <a:extLst>
                                <a:ext uri="{FF2B5EF4-FFF2-40B4-BE49-F238E27FC236}">
                                  <a16:creationId xmlns:a16="http://schemas.microsoft.com/office/drawing/2014/main" id="{F57DDBBB-4C59-4C0C-AD70-D3991AD2176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90" name="组合 289">
                <a:extLst>
                  <a:ext uri="{FF2B5EF4-FFF2-40B4-BE49-F238E27FC236}">
                    <a16:creationId xmlns:a16="http://schemas.microsoft.com/office/drawing/2014/main" id="{A27FFAC6-64B6-8CEC-6DF2-BAC7576FAF4C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91" name="矩形 290">
                  <a:extLst>
                    <a:ext uri="{FF2B5EF4-FFF2-40B4-BE49-F238E27FC236}">
                      <a16:creationId xmlns:a16="http://schemas.microsoft.com/office/drawing/2014/main" id="{0012633B-3848-95B2-C97E-8E16191625CC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92" name="对象 291">
                  <a:extLst>
                    <a:ext uri="{FF2B5EF4-FFF2-40B4-BE49-F238E27FC236}">
                      <a16:creationId xmlns:a16="http://schemas.microsoft.com/office/drawing/2014/main" id="{58BF13C1-1683-E0DB-8E54-AA27484E43A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4" imgW="253800" imgH="164880" progId="Equation.DSMT4">
                        <p:embed/>
                      </p:oleObj>
                    </mc:Choice>
                    <mc:Fallback>
                      <p:oleObj name="Equation" r:id="rId34" imgW="253800" imgH="164880" progId="Equation.DSMT4">
                        <p:embed/>
                        <p:pic>
                          <p:nvPicPr>
                            <p:cNvPr id="292" name="对象 291">
                              <a:extLst>
                                <a:ext uri="{FF2B5EF4-FFF2-40B4-BE49-F238E27FC236}">
                                  <a16:creationId xmlns:a16="http://schemas.microsoft.com/office/drawing/2014/main" id="{433E9BCD-2D86-42F7-B33B-C4BE0CECCC9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2590401F-D13F-6D48-96F3-AE078750D67D}"/>
                </a:ext>
              </a:extLst>
            </p:cNvPr>
            <p:cNvGrpSpPr/>
            <p:nvPr/>
          </p:nvGrpSpPr>
          <p:grpSpPr>
            <a:xfrm>
              <a:off x="7024734" y="1688457"/>
              <a:ext cx="611669" cy="3404073"/>
              <a:chOff x="3147901" y="1673620"/>
              <a:chExt cx="611669" cy="3404073"/>
            </a:xfrm>
          </p:grpSpPr>
          <p:grpSp>
            <p:nvGrpSpPr>
              <p:cNvPr id="304" name="组合 303">
                <a:extLst>
                  <a:ext uri="{FF2B5EF4-FFF2-40B4-BE49-F238E27FC236}">
                    <a16:creationId xmlns:a16="http://schemas.microsoft.com/office/drawing/2014/main" id="{4A157AA2-491E-18B3-2894-15641BAADFE4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308" name="矩形 307">
                  <a:extLst>
                    <a:ext uri="{FF2B5EF4-FFF2-40B4-BE49-F238E27FC236}">
                      <a16:creationId xmlns:a16="http://schemas.microsoft.com/office/drawing/2014/main" id="{EC01E407-A98E-BFC8-5A97-94E58E13A161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309" name="对象 308">
                  <a:extLst>
                    <a:ext uri="{FF2B5EF4-FFF2-40B4-BE49-F238E27FC236}">
                      <a16:creationId xmlns:a16="http://schemas.microsoft.com/office/drawing/2014/main" id="{09D79678-406D-20DA-B1D3-15F622C26FE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5" imgW="253800" imgH="164880" progId="Equation.DSMT4">
                        <p:embed/>
                      </p:oleObj>
                    </mc:Choice>
                    <mc:Fallback>
                      <p:oleObj name="Equation" r:id="rId35" imgW="253800" imgH="164880" progId="Equation.DSMT4">
                        <p:embed/>
                        <p:pic>
                          <p:nvPicPr>
                            <p:cNvPr id="309" name="对象 308">
                              <a:extLst>
                                <a:ext uri="{FF2B5EF4-FFF2-40B4-BE49-F238E27FC236}">
                                  <a16:creationId xmlns:a16="http://schemas.microsoft.com/office/drawing/2014/main" id="{E15AC35D-F1F2-4B44-BB06-840FFF92339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CF5A18A7-312E-A649-2558-F8B8CF2D413B}"/>
                  </a:ext>
                </a:extLst>
              </p:cNvPr>
              <p:cNvGrpSpPr/>
              <p:nvPr/>
            </p:nvGrpSpPr>
            <p:grpSpPr>
              <a:xfrm>
                <a:off x="3171989" y="4504650"/>
                <a:ext cx="587581" cy="573043"/>
                <a:chOff x="3138673" y="3575762"/>
                <a:chExt cx="587581" cy="573043"/>
              </a:xfrm>
            </p:grpSpPr>
            <p:sp>
              <p:nvSpPr>
                <p:cNvPr id="306" name="矩形 305">
                  <a:extLst>
                    <a:ext uri="{FF2B5EF4-FFF2-40B4-BE49-F238E27FC236}">
                      <a16:creationId xmlns:a16="http://schemas.microsoft.com/office/drawing/2014/main" id="{D5B60474-FD13-0033-B3D4-D6C63E1BF836}"/>
                    </a:ext>
                  </a:extLst>
                </p:cNvPr>
                <p:cNvSpPr/>
                <p:nvPr/>
              </p:nvSpPr>
              <p:spPr>
                <a:xfrm>
                  <a:off x="3138673" y="3575762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307" name="对象 306">
                  <a:extLst>
                    <a:ext uri="{FF2B5EF4-FFF2-40B4-BE49-F238E27FC236}">
                      <a16:creationId xmlns:a16="http://schemas.microsoft.com/office/drawing/2014/main" id="{92181C78-F9A4-62EC-0054-28F30E504B2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26124715"/>
                    </p:ext>
                  </p:extLst>
                </p:nvPr>
              </p:nvGraphicFramePr>
              <p:xfrm>
                <a:off x="3244414" y="3729574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6" imgW="253800" imgH="164880" progId="Equation.DSMT4">
                        <p:embed/>
                      </p:oleObj>
                    </mc:Choice>
                    <mc:Fallback>
                      <p:oleObj name="Equation" r:id="rId36" imgW="253800" imgH="164880" progId="Equation.DSMT4">
                        <p:embed/>
                        <p:pic>
                          <p:nvPicPr>
                            <p:cNvPr id="307" name="对象 306">
                              <a:extLst>
                                <a:ext uri="{FF2B5EF4-FFF2-40B4-BE49-F238E27FC236}">
                                  <a16:creationId xmlns:a16="http://schemas.microsoft.com/office/drawing/2014/main" id="{B3429CD4-ED1C-4015-93EE-DBC5FBFE655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4414" y="3729574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0C32FAB-7A68-0822-B3FC-EE3877430659}"/>
                </a:ext>
              </a:extLst>
            </p:cNvPr>
            <p:cNvSpPr txBox="1"/>
            <p:nvPr/>
          </p:nvSpPr>
          <p:spPr>
            <a:xfrm>
              <a:off x="8542993" y="528475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个性化层</a:t>
              </a: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F44D712-FDB6-038F-A397-896AA84B9B53}"/>
                </a:ext>
              </a:extLst>
            </p:cNvPr>
            <p:cNvSpPr/>
            <p:nvPr/>
          </p:nvSpPr>
          <p:spPr>
            <a:xfrm>
              <a:off x="1131208" y="1427205"/>
              <a:ext cx="6953612" cy="422905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dk1"/>
                  </a:solidFill>
                </a:rPr>
                <a:t>          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CDAD425-9CEE-96D1-4D34-7CDCC493615F}"/>
                </a:ext>
              </a:extLst>
            </p:cNvPr>
            <p:cNvSpPr txBox="1"/>
            <p:nvPr/>
          </p:nvSpPr>
          <p:spPr>
            <a:xfrm>
              <a:off x="3843290" y="567211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重复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8810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4369-6C63-DC42-8058-F0246956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71367F80-A4C7-D496-0B55-E75C863EFEC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FFB94727-AD8E-C3F9-5C67-63AE3775EB0F}"/>
              </a:ext>
            </a:extLst>
          </p:cNvPr>
          <p:cNvSpPr/>
          <p:nvPr/>
        </p:nvSpPr>
        <p:spPr>
          <a:xfrm>
            <a:off x="1706092" y="3502656"/>
            <a:ext cx="1410360" cy="31699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93C90EE-4B98-0170-737B-1AA3E87340B9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112C4243-30C0-84B9-2659-0D72C56B147C}"/>
              </a:ext>
            </a:extLst>
          </p:cNvPr>
          <p:cNvGrpSpPr/>
          <p:nvPr/>
        </p:nvGrpSpPr>
        <p:grpSpPr>
          <a:xfrm>
            <a:off x="67675" y="74140"/>
            <a:ext cx="6153952" cy="3354857"/>
            <a:chOff x="642264" y="1427205"/>
            <a:chExt cx="7579512" cy="461423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59D4CC6-7E50-FBD7-E0B2-08723C0A14AA}"/>
                </a:ext>
              </a:extLst>
            </p:cNvPr>
            <p:cNvSpPr/>
            <p:nvPr/>
          </p:nvSpPr>
          <p:spPr>
            <a:xfrm>
              <a:off x="1181991" y="1521691"/>
              <a:ext cx="6863166" cy="3716421"/>
            </a:xfrm>
            <a:prstGeom prst="roundRect">
              <a:avLst>
                <a:gd name="adj" fmla="val 43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5EB1247-188D-8A41-8151-13D1320CB22D}"/>
                </a:ext>
              </a:extLst>
            </p:cNvPr>
            <p:cNvGrpSpPr/>
            <p:nvPr/>
          </p:nvGrpSpPr>
          <p:grpSpPr>
            <a:xfrm>
              <a:off x="1062837" y="1962180"/>
              <a:ext cx="7158939" cy="2888277"/>
              <a:chOff x="1148061" y="1962180"/>
              <a:chExt cx="10635070" cy="2888277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D632B0E-C900-39FC-1DF9-C62D54163E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1962180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3CF39EA8-9F0A-DEEF-6AA5-357C2ACCFA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2922953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B0FC9C1-57E4-8B63-4B98-59FB0F1AF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3883726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25173DA5-2CEB-9DF0-10BD-8F2D50BCCB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061" y="4844498"/>
                <a:ext cx="10635070" cy="5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7DC721E-956B-2395-9DF0-987CBA4A1C78}"/>
                </a:ext>
              </a:extLst>
            </p:cNvPr>
            <p:cNvSpPr txBox="1"/>
            <p:nvPr/>
          </p:nvSpPr>
          <p:spPr>
            <a:xfrm>
              <a:off x="4005138" y="528692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基础层</a:t>
              </a:r>
            </a:p>
          </p:txBody>
        </p:sp>
        <p:graphicFrame>
          <p:nvGraphicFramePr>
            <p:cNvPr id="68" name="对象 67">
              <a:extLst>
                <a:ext uri="{FF2B5EF4-FFF2-40B4-BE49-F238E27FC236}">
                  <a16:creationId xmlns:a16="http://schemas.microsoft.com/office/drawing/2014/main" id="{4E49F49A-2349-3CA5-6C81-228A458DA8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343511"/>
                </p:ext>
              </p:extLst>
            </p:nvPr>
          </p:nvGraphicFramePr>
          <p:xfrm>
            <a:off x="642264" y="1655628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28600" progId="Equation.DSMT4">
                    <p:embed/>
                  </p:oleObj>
                </mc:Choice>
                <mc:Fallback>
                  <p:oleObj name="Equation" r:id="rId3" imgW="164880" imgH="228600" progId="Equation.DSMT4">
                    <p:embed/>
                    <p:pic>
                      <p:nvPicPr>
                        <p:cNvPr id="68" name="对象 67">
                          <a:extLst>
                            <a:ext uri="{FF2B5EF4-FFF2-40B4-BE49-F238E27FC236}">
                              <a16:creationId xmlns:a16="http://schemas.microsoft.com/office/drawing/2014/main" id="{4063D9CE-4B72-162C-8260-C40C40CA76E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2264" y="1655628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>
              <a:extLst>
                <a:ext uri="{FF2B5EF4-FFF2-40B4-BE49-F238E27FC236}">
                  <a16:creationId xmlns:a16="http://schemas.microsoft.com/office/drawing/2014/main" id="{9D9D4D0A-6BDB-2F87-9221-CAA5932203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2451680"/>
                </p:ext>
              </p:extLst>
            </p:nvPr>
          </p:nvGraphicFramePr>
          <p:xfrm>
            <a:off x="664722" y="2597938"/>
            <a:ext cx="34290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69" name="对象 68">
                          <a:extLst>
                            <a:ext uri="{FF2B5EF4-FFF2-40B4-BE49-F238E27FC236}">
                              <a16:creationId xmlns:a16="http://schemas.microsoft.com/office/drawing/2014/main" id="{F4AA12B0-255B-5A7B-02F0-B31D6580C5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64722" y="2597938"/>
                          <a:ext cx="342900" cy="514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对象 69">
              <a:extLst>
                <a:ext uri="{FF2B5EF4-FFF2-40B4-BE49-F238E27FC236}">
                  <a16:creationId xmlns:a16="http://schemas.microsoft.com/office/drawing/2014/main" id="{529396BC-DC31-1037-618E-4F9518895F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4681110"/>
                </p:ext>
              </p:extLst>
            </p:nvPr>
          </p:nvGraphicFramePr>
          <p:xfrm>
            <a:off x="651006" y="3519306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70" name="对象 69">
                          <a:extLst>
                            <a:ext uri="{FF2B5EF4-FFF2-40B4-BE49-F238E27FC236}">
                              <a16:creationId xmlns:a16="http://schemas.microsoft.com/office/drawing/2014/main" id="{C83BCA71-B7AE-685B-5B45-67C191B55B0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1006" y="3519306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>
              <a:extLst>
                <a:ext uri="{FF2B5EF4-FFF2-40B4-BE49-F238E27FC236}">
                  <a16:creationId xmlns:a16="http://schemas.microsoft.com/office/drawing/2014/main" id="{96CD67E2-B275-C9D7-30D4-AC37A1F8DB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4910160"/>
                </p:ext>
              </p:extLst>
            </p:nvPr>
          </p:nvGraphicFramePr>
          <p:xfrm>
            <a:off x="649598" y="4519487"/>
            <a:ext cx="370994" cy="513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71" name="对象 70">
                          <a:extLst>
                            <a:ext uri="{FF2B5EF4-FFF2-40B4-BE49-F238E27FC236}">
                              <a16:creationId xmlns:a16="http://schemas.microsoft.com/office/drawing/2014/main" id="{7EA38770-0286-1B96-D996-44B7B8187F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9598" y="4519487"/>
                          <a:ext cx="370994" cy="513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13D62F73-96CA-7A42-E141-7567DD64F33F}"/>
                </a:ext>
              </a:extLst>
            </p:cNvPr>
            <p:cNvGrpSpPr/>
            <p:nvPr/>
          </p:nvGrpSpPr>
          <p:grpSpPr>
            <a:xfrm rot="10800000">
              <a:off x="6648696" y="1815306"/>
              <a:ext cx="314037" cy="3073754"/>
              <a:chOff x="4084540" y="-337961"/>
              <a:chExt cx="314037" cy="3073754"/>
            </a:xfrm>
          </p:grpSpPr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47B15AC7-2095-455C-0227-5EC98266DD05}"/>
                  </a:ext>
                </a:extLst>
              </p:cNvPr>
              <p:cNvCxnSpPr>
                <a:cxnSpLocks/>
                <a:stCxn id="133" idx="4"/>
                <a:endCxn id="132" idx="4"/>
              </p:cNvCxnSpPr>
              <p:nvPr/>
            </p:nvCxnSpPr>
            <p:spPr>
              <a:xfrm rot="10800000" flipH="1" flipV="1">
                <a:off x="4214202" y="-251869"/>
                <a:ext cx="27357" cy="29876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AA547531-2103-5A59-EE0B-1418CE72BFA0}"/>
                  </a:ext>
                </a:extLst>
              </p:cNvPr>
              <p:cNvSpPr/>
              <p:nvPr/>
            </p:nvSpPr>
            <p:spPr>
              <a:xfrm>
                <a:off x="4084540" y="2421306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878BB9F6-8705-A8A5-E75C-2415CC570515}"/>
                  </a:ext>
                </a:extLst>
              </p:cNvPr>
              <p:cNvSpPr/>
              <p:nvPr/>
            </p:nvSpPr>
            <p:spPr>
              <a:xfrm>
                <a:off x="4171604" y="-337961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C9CDA09B-1DBD-B3EA-6745-297E36731627}"/>
                </a:ext>
              </a:extLst>
            </p:cNvPr>
            <p:cNvGrpSpPr/>
            <p:nvPr/>
          </p:nvGrpSpPr>
          <p:grpSpPr>
            <a:xfrm rot="10800000">
              <a:off x="7652538" y="1815306"/>
              <a:ext cx="314037" cy="3073754"/>
              <a:chOff x="4084540" y="-337961"/>
              <a:chExt cx="314037" cy="3073754"/>
            </a:xfrm>
          </p:grpSpPr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69992F0E-AD68-FCA8-456B-4E30DB5A344B}"/>
                  </a:ext>
                </a:extLst>
              </p:cNvPr>
              <p:cNvCxnSpPr>
                <a:cxnSpLocks/>
                <a:stCxn id="159" idx="4"/>
                <a:endCxn id="158" idx="4"/>
              </p:cNvCxnSpPr>
              <p:nvPr/>
            </p:nvCxnSpPr>
            <p:spPr>
              <a:xfrm rot="10800000" flipH="1" flipV="1">
                <a:off x="4214202" y="-251869"/>
                <a:ext cx="27357" cy="29876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0780CB6A-B0FC-61F9-F0C7-EF382917D4C9}"/>
                  </a:ext>
                </a:extLst>
              </p:cNvPr>
              <p:cNvSpPr/>
              <p:nvPr/>
            </p:nvSpPr>
            <p:spPr>
              <a:xfrm>
                <a:off x="4084540" y="2421306"/>
                <a:ext cx="314037" cy="31448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7315C6F2-8BBC-BF99-81EC-6DE564119ED4}"/>
                  </a:ext>
                </a:extLst>
              </p:cNvPr>
              <p:cNvSpPr/>
              <p:nvPr/>
            </p:nvSpPr>
            <p:spPr>
              <a:xfrm>
                <a:off x="4171604" y="-337961"/>
                <a:ext cx="85195" cy="8609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1A82983-4BA2-D4BC-F419-171A850568BC}"/>
                </a:ext>
              </a:extLst>
            </p:cNvPr>
            <p:cNvGrpSpPr/>
            <p:nvPr/>
          </p:nvGrpSpPr>
          <p:grpSpPr>
            <a:xfrm>
              <a:off x="1260890" y="1673620"/>
              <a:ext cx="587581" cy="573043"/>
              <a:chOff x="2404918" y="772593"/>
              <a:chExt cx="587581" cy="57304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9EA9E99-3BB6-D59A-8BF7-BF7380589D93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88" name="对象 87">
                <a:extLst>
                  <a:ext uri="{FF2B5EF4-FFF2-40B4-BE49-F238E27FC236}">
                    <a16:creationId xmlns:a16="http://schemas.microsoft.com/office/drawing/2014/main" id="{1666615F-7B8D-4E8E-418E-B1204D6B32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3800" imgH="164880" progId="Equation.DSMT4">
                      <p:embed/>
                    </p:oleObj>
                  </mc:Choice>
                  <mc:Fallback>
                    <p:oleObj name="Equation" r:id="rId11" imgW="253800" imgH="164880" progId="Equation.DSMT4">
                      <p:embed/>
                      <p:pic>
                        <p:nvPicPr>
                          <p:cNvPr id="88" name="对象 87">
                            <a:extLst>
                              <a:ext uri="{FF2B5EF4-FFF2-40B4-BE49-F238E27FC236}">
                                <a16:creationId xmlns:a16="http://schemas.microsoft.com/office/drawing/2014/main" id="{10F9910D-7BF7-E850-1AF8-A2D8CFE5302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A5901785-56F3-A833-DD54-D900EFA519B6}"/>
                </a:ext>
              </a:extLst>
            </p:cNvPr>
            <p:cNvGrpSpPr/>
            <p:nvPr/>
          </p:nvGrpSpPr>
          <p:grpSpPr>
            <a:xfrm>
              <a:off x="1959087" y="1673620"/>
              <a:ext cx="587581" cy="573043"/>
              <a:chOff x="2404918" y="772593"/>
              <a:chExt cx="587581" cy="573043"/>
            </a:xfrm>
          </p:grpSpPr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4E28F811-62A2-75DC-8DB8-6B142E36CF36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34" name="对象 133">
                <a:extLst>
                  <a:ext uri="{FF2B5EF4-FFF2-40B4-BE49-F238E27FC236}">
                    <a16:creationId xmlns:a16="http://schemas.microsoft.com/office/drawing/2014/main" id="{AFEE20AC-A727-E857-3F89-10930CAA448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134" name="对象 133">
                            <a:extLst>
                              <a:ext uri="{FF2B5EF4-FFF2-40B4-BE49-F238E27FC236}">
                                <a16:creationId xmlns:a16="http://schemas.microsoft.com/office/drawing/2014/main" id="{676FB8A1-8E3A-3B61-3363-E7B8ECB63BA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D508B08F-A249-FD8E-675F-41B60AEC899F}"/>
                </a:ext>
              </a:extLst>
            </p:cNvPr>
            <p:cNvGrpSpPr/>
            <p:nvPr/>
          </p:nvGrpSpPr>
          <p:grpSpPr>
            <a:xfrm>
              <a:off x="1260890" y="2632063"/>
              <a:ext cx="587581" cy="573043"/>
              <a:chOff x="2404918" y="772593"/>
              <a:chExt cx="587581" cy="573043"/>
            </a:xfrm>
          </p:grpSpPr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2C2C372-B939-012C-FC78-BA7FB075E735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19" name="对象 218">
                <a:extLst>
                  <a:ext uri="{FF2B5EF4-FFF2-40B4-BE49-F238E27FC236}">
                    <a16:creationId xmlns:a16="http://schemas.microsoft.com/office/drawing/2014/main" id="{570D53E0-76C8-D031-6AA7-3A337CE186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53800" imgH="164880" progId="Equation.DSMT4">
                      <p:embed/>
                    </p:oleObj>
                  </mc:Choice>
                  <mc:Fallback>
                    <p:oleObj name="Equation" r:id="rId15" imgW="253800" imgH="164880" progId="Equation.DSMT4">
                      <p:embed/>
                      <p:pic>
                        <p:nvPicPr>
                          <p:cNvPr id="219" name="对象 218">
                            <a:extLst>
                              <a:ext uri="{FF2B5EF4-FFF2-40B4-BE49-F238E27FC236}">
                                <a16:creationId xmlns:a16="http://schemas.microsoft.com/office/drawing/2014/main" id="{3FE34E71-CE6C-6325-6343-680BA7C34DC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AB6C226F-9EA9-8AF2-A8FE-3BDBE13883B1}"/>
                </a:ext>
              </a:extLst>
            </p:cNvPr>
            <p:cNvGrpSpPr/>
            <p:nvPr/>
          </p:nvGrpSpPr>
          <p:grpSpPr>
            <a:xfrm>
              <a:off x="1959087" y="2632063"/>
              <a:ext cx="587581" cy="573043"/>
              <a:chOff x="2404918" y="772593"/>
              <a:chExt cx="587581" cy="573043"/>
            </a:xfrm>
          </p:grpSpPr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B941C8A9-1DFF-BB11-8CB9-6267039BE8F5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2" name="对象 221">
                <a:extLst>
                  <a:ext uri="{FF2B5EF4-FFF2-40B4-BE49-F238E27FC236}">
                    <a16:creationId xmlns:a16="http://schemas.microsoft.com/office/drawing/2014/main" id="{D02377D2-143D-F5CD-C8C9-C983CD1118C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53800" imgH="164880" progId="Equation.DSMT4">
                      <p:embed/>
                    </p:oleObj>
                  </mc:Choice>
                  <mc:Fallback>
                    <p:oleObj name="Equation" r:id="rId16" imgW="253800" imgH="164880" progId="Equation.DSMT4">
                      <p:embed/>
                      <p:pic>
                        <p:nvPicPr>
                          <p:cNvPr id="222" name="对象 221">
                            <a:extLst>
                              <a:ext uri="{FF2B5EF4-FFF2-40B4-BE49-F238E27FC236}">
                                <a16:creationId xmlns:a16="http://schemas.microsoft.com/office/drawing/2014/main" id="{5825FEBD-B8B4-430D-ADEA-36BA7C76815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7964BB7C-AC49-0889-FF56-DA9085EC4D0B}"/>
                </a:ext>
              </a:extLst>
            </p:cNvPr>
            <p:cNvGrpSpPr/>
            <p:nvPr/>
          </p:nvGrpSpPr>
          <p:grpSpPr>
            <a:xfrm>
              <a:off x="1959087" y="3590506"/>
              <a:ext cx="587581" cy="573043"/>
              <a:chOff x="2404918" y="772593"/>
              <a:chExt cx="587581" cy="573043"/>
            </a:xfrm>
          </p:grpSpPr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2D392E4D-E445-C63C-98A1-13459779424C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8" name="对象 227">
                <a:extLst>
                  <a:ext uri="{FF2B5EF4-FFF2-40B4-BE49-F238E27FC236}">
                    <a16:creationId xmlns:a16="http://schemas.microsoft.com/office/drawing/2014/main" id="{3F85A9E4-88D2-334F-46D7-E591E307AC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253800" imgH="164880" progId="Equation.DSMT4">
                      <p:embed/>
                    </p:oleObj>
                  </mc:Choice>
                  <mc:Fallback>
                    <p:oleObj name="Equation" r:id="rId17" imgW="253800" imgH="164880" progId="Equation.DSMT4">
                      <p:embed/>
                      <p:pic>
                        <p:nvPicPr>
                          <p:cNvPr id="228" name="对象 227">
                            <a:extLst>
                              <a:ext uri="{FF2B5EF4-FFF2-40B4-BE49-F238E27FC236}">
                                <a16:creationId xmlns:a16="http://schemas.microsoft.com/office/drawing/2014/main" id="{EC4FE23B-B7D0-6A6B-72ED-D3E8727E4E0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74D7795B-4A10-CC2E-5F40-AB8A8ABFFBC4}"/>
                </a:ext>
              </a:extLst>
            </p:cNvPr>
            <p:cNvGrpSpPr/>
            <p:nvPr/>
          </p:nvGrpSpPr>
          <p:grpSpPr>
            <a:xfrm>
              <a:off x="1260890" y="3590506"/>
              <a:ext cx="587581" cy="573043"/>
              <a:chOff x="2404918" y="772593"/>
              <a:chExt cx="587581" cy="573043"/>
            </a:xfrm>
          </p:grpSpPr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1B2D8F02-1FC3-C8B9-C588-5F154475BBDD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1" name="对象 230">
                <a:extLst>
                  <a:ext uri="{FF2B5EF4-FFF2-40B4-BE49-F238E27FC236}">
                    <a16:creationId xmlns:a16="http://schemas.microsoft.com/office/drawing/2014/main" id="{E4CBE8FB-0245-3689-0D85-3C6906794E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53800" imgH="164880" progId="Equation.DSMT4">
                      <p:embed/>
                    </p:oleObj>
                  </mc:Choice>
                  <mc:Fallback>
                    <p:oleObj name="Equation" r:id="rId18" imgW="253800" imgH="164880" progId="Equation.DSMT4">
                      <p:embed/>
                      <p:pic>
                        <p:nvPicPr>
                          <p:cNvPr id="231" name="对象 230">
                            <a:extLst>
                              <a:ext uri="{FF2B5EF4-FFF2-40B4-BE49-F238E27FC236}">
                                <a16:creationId xmlns:a16="http://schemas.microsoft.com/office/drawing/2014/main" id="{190370B0-A2FF-319E-0AE3-7F0E23F9C58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1E7BE7E4-F3B8-2234-F2E9-C3195864DD35}"/>
                </a:ext>
              </a:extLst>
            </p:cNvPr>
            <p:cNvGrpSpPr/>
            <p:nvPr/>
          </p:nvGrpSpPr>
          <p:grpSpPr>
            <a:xfrm>
              <a:off x="1260890" y="4548948"/>
              <a:ext cx="587581" cy="573043"/>
              <a:chOff x="2404918" y="772593"/>
              <a:chExt cx="587581" cy="573043"/>
            </a:xfrm>
          </p:grpSpPr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421E7ABB-8D72-39E1-82C7-8B8F247F59B2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7" name="对象 236">
                <a:extLst>
                  <a:ext uri="{FF2B5EF4-FFF2-40B4-BE49-F238E27FC236}">
                    <a16:creationId xmlns:a16="http://schemas.microsoft.com/office/drawing/2014/main" id="{0A2C6E34-FC5B-6A9A-292B-42C51B2E2B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53800" imgH="164880" progId="Equation.DSMT4">
                      <p:embed/>
                    </p:oleObj>
                  </mc:Choice>
                  <mc:Fallback>
                    <p:oleObj name="Equation" r:id="rId19" imgW="253800" imgH="164880" progId="Equation.DSMT4">
                      <p:embed/>
                      <p:pic>
                        <p:nvPicPr>
                          <p:cNvPr id="237" name="对象 236">
                            <a:extLst>
                              <a:ext uri="{FF2B5EF4-FFF2-40B4-BE49-F238E27FC236}">
                                <a16:creationId xmlns:a16="http://schemas.microsoft.com/office/drawing/2014/main" id="{7A41AE5C-9834-C4F8-127B-1E00C6D1AA3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36A859CE-6AF4-4F56-6F92-49592F499C4B}"/>
                </a:ext>
              </a:extLst>
            </p:cNvPr>
            <p:cNvGrpSpPr/>
            <p:nvPr/>
          </p:nvGrpSpPr>
          <p:grpSpPr>
            <a:xfrm>
              <a:off x="1959087" y="4548948"/>
              <a:ext cx="587581" cy="573043"/>
              <a:chOff x="2404918" y="772593"/>
              <a:chExt cx="587581" cy="573043"/>
            </a:xfrm>
          </p:grpSpPr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5E419BA4-71FF-07BD-022A-2C07D80CF6A3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40" name="对象 239">
                <a:extLst>
                  <a:ext uri="{FF2B5EF4-FFF2-40B4-BE49-F238E27FC236}">
                    <a16:creationId xmlns:a16="http://schemas.microsoft.com/office/drawing/2014/main" id="{E4E7EC1C-F22B-15AA-5F88-6CA902FD70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659" y="926405"/>
              <a:ext cx="377825" cy="258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253800" imgH="164880" progId="Equation.DSMT4">
                      <p:embed/>
                    </p:oleObj>
                  </mc:Choice>
                  <mc:Fallback>
                    <p:oleObj name="Equation" r:id="rId20" imgW="253800" imgH="164880" progId="Equation.DSMT4">
                      <p:embed/>
                      <p:pic>
                        <p:nvPicPr>
                          <p:cNvPr id="240" name="对象 239">
                            <a:extLst>
                              <a:ext uri="{FF2B5EF4-FFF2-40B4-BE49-F238E27FC236}">
                                <a16:creationId xmlns:a16="http://schemas.microsoft.com/office/drawing/2014/main" id="{E3CFD6DA-4F25-763C-C365-CEFFC2E9051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510659" y="926405"/>
                            <a:ext cx="377825" cy="2587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1F07242-B22F-D9AE-3296-9A41517716AF}"/>
                </a:ext>
              </a:extLst>
            </p:cNvPr>
            <p:cNvGrpSpPr/>
            <p:nvPr/>
          </p:nvGrpSpPr>
          <p:grpSpPr>
            <a:xfrm>
              <a:off x="2787432" y="1673620"/>
              <a:ext cx="1308519" cy="1513494"/>
              <a:chOff x="2787432" y="1673620"/>
              <a:chExt cx="1308519" cy="1513494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2011C685-5067-019E-82EE-EFB7D41D23B6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B442EB28-5CA1-887F-B89D-A8D0380C5A42}"/>
                    </a:ext>
                  </a:extLst>
                </p:cNvPr>
                <p:cNvCxnSpPr>
                  <a:cxnSpLocks/>
                  <a:endCxn id="28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81093238-E205-A286-A4BC-E2E7ACC7EA77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F715B509-3602-333B-C15F-3AC6B7329378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E6E37A4-27DC-CE11-A86E-9DB46141AA95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DCBAEBDA-73BE-580A-7824-8F57FC65416C}"/>
                    </a:ext>
                  </a:extLst>
                </p:cNvPr>
                <p:cNvCxnSpPr>
                  <a:cxnSpLocks/>
                  <a:endCxn id="37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F7DE233F-F427-EA0B-C75C-A2127DFEE488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8243F59D-E299-56B8-4C2A-8DDA2C0BBF4A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33DE8381-D930-49EC-BCD3-A8BF74C65371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90A5E5A7-B58B-B6D0-7CE4-938253F5BFA2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67" name="对象 266">
                  <a:extLst>
                    <a:ext uri="{FF2B5EF4-FFF2-40B4-BE49-F238E27FC236}">
                      <a16:creationId xmlns:a16="http://schemas.microsoft.com/office/drawing/2014/main" id="{4B944C39-BE80-CA21-C3A2-1D6910D06DB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1" imgW="253800" imgH="164880" progId="Equation.DSMT4">
                        <p:embed/>
                      </p:oleObj>
                    </mc:Choice>
                    <mc:Fallback>
                      <p:oleObj name="Equation" r:id="rId21" imgW="253800" imgH="164880" progId="Equation.DSMT4">
                        <p:embed/>
                        <p:pic>
                          <p:nvPicPr>
                            <p:cNvPr id="267" name="对象 266">
                              <a:extLst>
                                <a:ext uri="{FF2B5EF4-FFF2-40B4-BE49-F238E27FC236}">
                                  <a16:creationId xmlns:a16="http://schemas.microsoft.com/office/drawing/2014/main" id="{76221491-52E4-EE27-A6BE-FECA98C7AE6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68" name="组合 267">
                <a:extLst>
                  <a:ext uri="{FF2B5EF4-FFF2-40B4-BE49-F238E27FC236}">
                    <a16:creationId xmlns:a16="http://schemas.microsoft.com/office/drawing/2014/main" id="{FF8E2EDB-22DF-1D11-7FEF-56D9F6DDEF3D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F8E3DB7-70BB-E08B-1FFD-956FF80E4F41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0" name="对象 269">
                  <a:extLst>
                    <a:ext uri="{FF2B5EF4-FFF2-40B4-BE49-F238E27FC236}">
                      <a16:creationId xmlns:a16="http://schemas.microsoft.com/office/drawing/2014/main" id="{2F2413A9-5AF9-0A7E-17AA-D6BBAF8947E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253800" imgH="164880" progId="Equation.DSMT4">
                        <p:embed/>
                      </p:oleObj>
                    </mc:Choice>
                    <mc:Fallback>
                      <p:oleObj name="Equation" r:id="rId22" imgW="253800" imgH="164880" progId="Equation.DSMT4">
                        <p:embed/>
                        <p:pic>
                          <p:nvPicPr>
                            <p:cNvPr id="270" name="对象 269">
                              <a:extLst>
                                <a:ext uri="{FF2B5EF4-FFF2-40B4-BE49-F238E27FC236}">
                                  <a16:creationId xmlns:a16="http://schemas.microsoft.com/office/drawing/2014/main" id="{7373F9EC-3AFB-67AE-5D67-164AD9342B1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71" name="组合 270">
              <a:extLst>
                <a:ext uri="{FF2B5EF4-FFF2-40B4-BE49-F238E27FC236}">
                  <a16:creationId xmlns:a16="http://schemas.microsoft.com/office/drawing/2014/main" id="{26E55770-3286-6240-DD0F-518FC0D47807}"/>
                </a:ext>
              </a:extLst>
            </p:cNvPr>
            <p:cNvGrpSpPr/>
            <p:nvPr/>
          </p:nvGrpSpPr>
          <p:grpSpPr>
            <a:xfrm>
              <a:off x="4083251" y="2639471"/>
              <a:ext cx="1308519" cy="1513494"/>
              <a:chOff x="2787432" y="1673620"/>
              <a:chExt cx="1308519" cy="1513494"/>
            </a:xfrm>
          </p:grpSpPr>
          <p:grpSp>
            <p:nvGrpSpPr>
              <p:cNvPr id="272" name="组合 271">
                <a:extLst>
                  <a:ext uri="{FF2B5EF4-FFF2-40B4-BE49-F238E27FC236}">
                    <a16:creationId xmlns:a16="http://schemas.microsoft.com/office/drawing/2014/main" id="{77181183-3EA2-BF3A-9E48-1413F7FBD07F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83" name="直接连接符 282">
                  <a:extLst>
                    <a:ext uri="{FF2B5EF4-FFF2-40B4-BE49-F238E27FC236}">
                      <a16:creationId xmlns:a16="http://schemas.microsoft.com/office/drawing/2014/main" id="{1715433F-552A-8CA9-8D22-4846AD719FD2}"/>
                    </a:ext>
                  </a:extLst>
                </p:cNvPr>
                <p:cNvCxnSpPr>
                  <a:cxnSpLocks/>
                  <a:endCxn id="284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4" name="椭圆 283">
                  <a:extLst>
                    <a:ext uri="{FF2B5EF4-FFF2-40B4-BE49-F238E27FC236}">
                      <a16:creationId xmlns:a16="http://schemas.microsoft.com/office/drawing/2014/main" id="{9A3E258F-2C3E-76E3-E112-207F8D29AE39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5" name="椭圆 284">
                  <a:extLst>
                    <a:ext uri="{FF2B5EF4-FFF2-40B4-BE49-F238E27FC236}">
                      <a16:creationId xmlns:a16="http://schemas.microsoft.com/office/drawing/2014/main" id="{7888A9F2-CAB4-0FD8-A200-6F03E2A7FD2D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3" name="组合 272">
                <a:extLst>
                  <a:ext uri="{FF2B5EF4-FFF2-40B4-BE49-F238E27FC236}">
                    <a16:creationId xmlns:a16="http://schemas.microsoft.com/office/drawing/2014/main" id="{5EC68946-8A32-E2E7-E0D5-83CC37C88C58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80" name="直接连接符 279">
                  <a:extLst>
                    <a:ext uri="{FF2B5EF4-FFF2-40B4-BE49-F238E27FC236}">
                      <a16:creationId xmlns:a16="http://schemas.microsoft.com/office/drawing/2014/main" id="{AF0C7B19-496F-0C2E-00AF-1E9CE8987FC1}"/>
                    </a:ext>
                  </a:extLst>
                </p:cNvPr>
                <p:cNvCxnSpPr>
                  <a:cxnSpLocks/>
                  <a:endCxn id="281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1" name="椭圆 280">
                  <a:extLst>
                    <a:ext uri="{FF2B5EF4-FFF2-40B4-BE49-F238E27FC236}">
                      <a16:creationId xmlns:a16="http://schemas.microsoft.com/office/drawing/2014/main" id="{7F071D28-1C79-5C8A-8EAA-7600E80EF7A0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2" name="椭圆 281">
                  <a:extLst>
                    <a:ext uri="{FF2B5EF4-FFF2-40B4-BE49-F238E27FC236}">
                      <a16:creationId xmlns:a16="http://schemas.microsoft.com/office/drawing/2014/main" id="{A324EDEC-1ED7-9019-602D-7CD91DFC13ED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4" name="组合 273">
                <a:extLst>
                  <a:ext uri="{FF2B5EF4-FFF2-40B4-BE49-F238E27FC236}">
                    <a16:creationId xmlns:a16="http://schemas.microsoft.com/office/drawing/2014/main" id="{51CCD328-4C5E-6AB9-9BDF-95BD7BCE180C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78" name="矩形 277">
                  <a:extLst>
                    <a:ext uri="{FF2B5EF4-FFF2-40B4-BE49-F238E27FC236}">
                      <a16:creationId xmlns:a16="http://schemas.microsoft.com/office/drawing/2014/main" id="{DA4E4094-748D-BC24-A161-E3C8F9CA35EA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9" name="对象 278">
                  <a:extLst>
                    <a:ext uri="{FF2B5EF4-FFF2-40B4-BE49-F238E27FC236}">
                      <a16:creationId xmlns:a16="http://schemas.microsoft.com/office/drawing/2014/main" id="{E0E6AA33-1B0E-209A-9C37-F63BF9E8F06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3" imgW="253800" imgH="164880" progId="Equation.DSMT4">
                        <p:embed/>
                      </p:oleObj>
                    </mc:Choice>
                    <mc:Fallback>
                      <p:oleObj name="Equation" r:id="rId23" imgW="253800" imgH="164880" progId="Equation.DSMT4">
                        <p:embed/>
                        <p:pic>
                          <p:nvPicPr>
                            <p:cNvPr id="279" name="对象 278">
                              <a:extLst>
                                <a:ext uri="{FF2B5EF4-FFF2-40B4-BE49-F238E27FC236}">
                                  <a16:creationId xmlns:a16="http://schemas.microsoft.com/office/drawing/2014/main" id="{976D04D8-B527-E585-09DF-FD5B0EF4C55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5" name="组合 274">
                <a:extLst>
                  <a:ext uri="{FF2B5EF4-FFF2-40B4-BE49-F238E27FC236}">
                    <a16:creationId xmlns:a16="http://schemas.microsoft.com/office/drawing/2014/main" id="{CEC3CBD6-4C72-077D-E010-3EA602DE0929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76" name="矩形 275">
                  <a:extLst>
                    <a:ext uri="{FF2B5EF4-FFF2-40B4-BE49-F238E27FC236}">
                      <a16:creationId xmlns:a16="http://schemas.microsoft.com/office/drawing/2014/main" id="{4609A127-585B-8888-5892-22D33F40D7D2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77" name="对象 276">
                  <a:extLst>
                    <a:ext uri="{FF2B5EF4-FFF2-40B4-BE49-F238E27FC236}">
                      <a16:creationId xmlns:a16="http://schemas.microsoft.com/office/drawing/2014/main" id="{E6EB534D-5977-23BF-0EC8-59A7E9CD2F2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253800" imgH="164880" progId="Equation.DSMT4">
                        <p:embed/>
                      </p:oleObj>
                    </mc:Choice>
                    <mc:Fallback>
                      <p:oleObj name="Equation" r:id="rId24" imgW="253800" imgH="164880" progId="Equation.DSMT4">
                        <p:embed/>
                        <p:pic>
                          <p:nvPicPr>
                            <p:cNvPr id="277" name="对象 276">
                              <a:extLst>
                                <a:ext uri="{FF2B5EF4-FFF2-40B4-BE49-F238E27FC236}">
                                  <a16:creationId xmlns:a16="http://schemas.microsoft.com/office/drawing/2014/main" id="{EE56B845-CA05-EA12-6F3C-193FF527ED4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2E9D7A1F-A7A7-F6EC-AF51-366893F85455}"/>
                </a:ext>
              </a:extLst>
            </p:cNvPr>
            <p:cNvGrpSpPr/>
            <p:nvPr/>
          </p:nvGrpSpPr>
          <p:grpSpPr>
            <a:xfrm>
              <a:off x="5379070" y="3592438"/>
              <a:ext cx="1308519" cy="1513494"/>
              <a:chOff x="2787432" y="1673620"/>
              <a:chExt cx="1308519" cy="1513494"/>
            </a:xfrm>
          </p:grpSpPr>
          <p:grpSp>
            <p:nvGrpSpPr>
              <p:cNvPr id="287" name="组合 286">
                <a:extLst>
                  <a:ext uri="{FF2B5EF4-FFF2-40B4-BE49-F238E27FC236}">
                    <a16:creationId xmlns:a16="http://schemas.microsoft.com/office/drawing/2014/main" id="{311B37E6-6157-AA85-F6BA-0EABD142211E}"/>
                  </a:ext>
                </a:extLst>
              </p:cNvPr>
              <p:cNvGrpSpPr/>
              <p:nvPr/>
            </p:nvGrpSpPr>
            <p:grpSpPr>
              <a:xfrm>
                <a:off x="2787432" y="1919390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98" name="直接连接符 297">
                  <a:extLst>
                    <a:ext uri="{FF2B5EF4-FFF2-40B4-BE49-F238E27FC236}">
                      <a16:creationId xmlns:a16="http://schemas.microsoft.com/office/drawing/2014/main" id="{20D9EA63-C7D6-561F-9AD2-1569E51F317F}"/>
                    </a:ext>
                  </a:extLst>
                </p:cNvPr>
                <p:cNvCxnSpPr>
                  <a:cxnSpLocks/>
                  <a:endCxn id="299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9" name="椭圆 298">
                  <a:extLst>
                    <a:ext uri="{FF2B5EF4-FFF2-40B4-BE49-F238E27FC236}">
                      <a16:creationId xmlns:a16="http://schemas.microsoft.com/office/drawing/2014/main" id="{CF68DD01-C390-F646-9CDD-64716334968B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0" name="椭圆 299">
                  <a:extLst>
                    <a:ext uri="{FF2B5EF4-FFF2-40B4-BE49-F238E27FC236}">
                      <a16:creationId xmlns:a16="http://schemas.microsoft.com/office/drawing/2014/main" id="{C9130B0D-2BC4-B442-FD78-4C852F818D15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8" name="组合 287">
                <a:extLst>
                  <a:ext uri="{FF2B5EF4-FFF2-40B4-BE49-F238E27FC236}">
                    <a16:creationId xmlns:a16="http://schemas.microsoft.com/office/drawing/2014/main" id="{BB6EE2E3-C284-C0EA-2037-08B964B2016F}"/>
                  </a:ext>
                </a:extLst>
              </p:cNvPr>
              <p:cNvGrpSpPr/>
              <p:nvPr/>
            </p:nvGrpSpPr>
            <p:grpSpPr>
              <a:xfrm>
                <a:off x="3781914" y="1930121"/>
                <a:ext cx="314037" cy="1150275"/>
                <a:chOff x="4084540" y="1585518"/>
                <a:chExt cx="314037" cy="1150275"/>
              </a:xfrm>
            </p:grpSpPr>
            <p:cxnSp>
              <p:nvCxnSpPr>
                <p:cNvPr id="295" name="直接连接符 294">
                  <a:extLst>
                    <a:ext uri="{FF2B5EF4-FFF2-40B4-BE49-F238E27FC236}">
                      <a16:creationId xmlns:a16="http://schemas.microsoft.com/office/drawing/2014/main" id="{AD6F37E6-2E15-D7DC-ABBA-8876E1548510}"/>
                    </a:ext>
                  </a:extLst>
                </p:cNvPr>
                <p:cNvCxnSpPr>
                  <a:cxnSpLocks/>
                  <a:endCxn id="296" idx="4"/>
                </p:cNvCxnSpPr>
                <p:nvPr/>
              </p:nvCxnSpPr>
              <p:spPr>
                <a:xfrm>
                  <a:off x="4230255" y="1619350"/>
                  <a:ext cx="11304" cy="111644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884C06E7-68D5-2AD3-D681-F142FEDB239E}"/>
                    </a:ext>
                  </a:extLst>
                </p:cNvPr>
                <p:cNvSpPr/>
                <p:nvPr/>
              </p:nvSpPr>
              <p:spPr>
                <a:xfrm>
                  <a:off x="4084540" y="2421306"/>
                  <a:ext cx="314037" cy="31448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7" name="椭圆 296">
                  <a:extLst>
                    <a:ext uri="{FF2B5EF4-FFF2-40B4-BE49-F238E27FC236}">
                      <a16:creationId xmlns:a16="http://schemas.microsoft.com/office/drawing/2014/main" id="{65E7E4DC-FAB9-522A-9AEF-2877DA267F0A}"/>
                    </a:ext>
                  </a:extLst>
                </p:cNvPr>
                <p:cNvSpPr/>
                <p:nvPr/>
              </p:nvSpPr>
              <p:spPr>
                <a:xfrm>
                  <a:off x="4187657" y="1585518"/>
                  <a:ext cx="85195" cy="8609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9" name="组合 288">
                <a:extLst>
                  <a:ext uri="{FF2B5EF4-FFF2-40B4-BE49-F238E27FC236}">
                    <a16:creationId xmlns:a16="http://schemas.microsoft.com/office/drawing/2014/main" id="{22AA4431-8DBD-0300-EDE7-ABB4482142C7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293" name="矩形 292">
                  <a:extLst>
                    <a:ext uri="{FF2B5EF4-FFF2-40B4-BE49-F238E27FC236}">
                      <a16:creationId xmlns:a16="http://schemas.microsoft.com/office/drawing/2014/main" id="{BA889953-36EE-5300-DE88-C3E4D88192CD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94" name="对象 293">
                  <a:extLst>
                    <a:ext uri="{FF2B5EF4-FFF2-40B4-BE49-F238E27FC236}">
                      <a16:creationId xmlns:a16="http://schemas.microsoft.com/office/drawing/2014/main" id="{F8483B87-F909-D84F-BBC2-C795CAA2E46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253800" imgH="164880" progId="Equation.DSMT4">
                        <p:embed/>
                      </p:oleObj>
                    </mc:Choice>
                    <mc:Fallback>
                      <p:oleObj name="Equation" r:id="rId25" imgW="253800" imgH="164880" progId="Equation.DSMT4">
                        <p:embed/>
                        <p:pic>
                          <p:nvPicPr>
                            <p:cNvPr id="294" name="对象 293">
                              <a:extLst>
                                <a:ext uri="{FF2B5EF4-FFF2-40B4-BE49-F238E27FC236}">
                                  <a16:creationId xmlns:a16="http://schemas.microsoft.com/office/drawing/2014/main" id="{C0C03236-58C3-28A5-C2DB-F0C169F10CF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90" name="组合 289">
                <a:extLst>
                  <a:ext uri="{FF2B5EF4-FFF2-40B4-BE49-F238E27FC236}">
                    <a16:creationId xmlns:a16="http://schemas.microsoft.com/office/drawing/2014/main" id="{0F508044-3B54-9383-A60A-B65B90A45A15}"/>
                  </a:ext>
                </a:extLst>
              </p:cNvPr>
              <p:cNvGrpSpPr/>
              <p:nvPr/>
            </p:nvGrpSpPr>
            <p:grpSpPr>
              <a:xfrm>
                <a:off x="3147901" y="2614071"/>
                <a:ext cx="587581" cy="573043"/>
                <a:chOff x="3114585" y="1685183"/>
                <a:chExt cx="587581" cy="573043"/>
              </a:xfrm>
            </p:grpSpPr>
            <p:sp>
              <p:nvSpPr>
                <p:cNvPr id="291" name="矩形 290">
                  <a:extLst>
                    <a:ext uri="{FF2B5EF4-FFF2-40B4-BE49-F238E27FC236}">
                      <a16:creationId xmlns:a16="http://schemas.microsoft.com/office/drawing/2014/main" id="{F1B39C62-3137-1CB4-2113-5046DF0B4E1F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92" name="对象 291">
                  <a:extLst>
                    <a:ext uri="{FF2B5EF4-FFF2-40B4-BE49-F238E27FC236}">
                      <a16:creationId xmlns:a16="http://schemas.microsoft.com/office/drawing/2014/main" id="{293D7859-3D42-CC71-363B-6C53A674F4C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6" imgW="253800" imgH="164880" progId="Equation.DSMT4">
                        <p:embed/>
                      </p:oleObj>
                    </mc:Choice>
                    <mc:Fallback>
                      <p:oleObj name="Equation" r:id="rId26" imgW="253800" imgH="164880" progId="Equation.DSMT4">
                        <p:embed/>
                        <p:pic>
                          <p:nvPicPr>
                            <p:cNvPr id="292" name="对象 291">
                              <a:extLst>
                                <a:ext uri="{FF2B5EF4-FFF2-40B4-BE49-F238E27FC236}">
                                  <a16:creationId xmlns:a16="http://schemas.microsoft.com/office/drawing/2014/main" id="{58BF13C1-1683-E0DB-8E54-AA27484E43A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24D2BFAE-7E4A-8A18-1F57-923834731D78}"/>
                </a:ext>
              </a:extLst>
            </p:cNvPr>
            <p:cNvGrpSpPr/>
            <p:nvPr/>
          </p:nvGrpSpPr>
          <p:grpSpPr>
            <a:xfrm>
              <a:off x="7024734" y="1688457"/>
              <a:ext cx="611669" cy="3404073"/>
              <a:chOff x="3147901" y="1673620"/>
              <a:chExt cx="611669" cy="3404073"/>
            </a:xfrm>
          </p:grpSpPr>
          <p:grpSp>
            <p:nvGrpSpPr>
              <p:cNvPr id="304" name="组合 303">
                <a:extLst>
                  <a:ext uri="{FF2B5EF4-FFF2-40B4-BE49-F238E27FC236}">
                    <a16:creationId xmlns:a16="http://schemas.microsoft.com/office/drawing/2014/main" id="{F0C1E30A-3775-C542-7E61-9CE5AEE50366}"/>
                  </a:ext>
                </a:extLst>
              </p:cNvPr>
              <p:cNvGrpSpPr/>
              <p:nvPr/>
            </p:nvGrpSpPr>
            <p:grpSpPr>
              <a:xfrm>
                <a:off x="3147901" y="1673620"/>
                <a:ext cx="587581" cy="573043"/>
                <a:chOff x="3114585" y="1685183"/>
                <a:chExt cx="587581" cy="573043"/>
              </a:xfrm>
            </p:grpSpPr>
            <p:sp>
              <p:nvSpPr>
                <p:cNvPr id="308" name="矩形 307">
                  <a:extLst>
                    <a:ext uri="{FF2B5EF4-FFF2-40B4-BE49-F238E27FC236}">
                      <a16:creationId xmlns:a16="http://schemas.microsoft.com/office/drawing/2014/main" id="{84D0784D-2D1E-A8C0-9711-CD613F03A20D}"/>
                    </a:ext>
                  </a:extLst>
                </p:cNvPr>
                <p:cNvSpPr/>
                <p:nvPr/>
              </p:nvSpPr>
              <p:spPr>
                <a:xfrm>
                  <a:off x="3114585" y="1685183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309" name="对象 308">
                  <a:extLst>
                    <a:ext uri="{FF2B5EF4-FFF2-40B4-BE49-F238E27FC236}">
                      <a16:creationId xmlns:a16="http://schemas.microsoft.com/office/drawing/2014/main" id="{76CE8F89-8527-9E72-3A6E-4D515E70E38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20326" y="1838995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7" imgW="253800" imgH="164880" progId="Equation.DSMT4">
                        <p:embed/>
                      </p:oleObj>
                    </mc:Choice>
                    <mc:Fallback>
                      <p:oleObj name="Equation" r:id="rId27" imgW="253800" imgH="164880" progId="Equation.DSMT4">
                        <p:embed/>
                        <p:pic>
                          <p:nvPicPr>
                            <p:cNvPr id="309" name="对象 308">
                              <a:extLst>
                                <a:ext uri="{FF2B5EF4-FFF2-40B4-BE49-F238E27FC236}">
                                  <a16:creationId xmlns:a16="http://schemas.microsoft.com/office/drawing/2014/main" id="{09D79678-406D-20DA-B1D3-15F622C26FE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20326" y="1838995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308D80E0-52DC-5BB8-346D-7D3C71F70348}"/>
                  </a:ext>
                </a:extLst>
              </p:cNvPr>
              <p:cNvGrpSpPr/>
              <p:nvPr/>
            </p:nvGrpSpPr>
            <p:grpSpPr>
              <a:xfrm>
                <a:off x="3171989" y="4504650"/>
                <a:ext cx="587581" cy="573043"/>
                <a:chOff x="3138673" y="3575762"/>
                <a:chExt cx="587581" cy="573043"/>
              </a:xfrm>
            </p:grpSpPr>
            <p:sp>
              <p:nvSpPr>
                <p:cNvPr id="306" name="矩形 305">
                  <a:extLst>
                    <a:ext uri="{FF2B5EF4-FFF2-40B4-BE49-F238E27FC236}">
                      <a16:creationId xmlns:a16="http://schemas.microsoft.com/office/drawing/2014/main" id="{C1DB97CD-691C-44AF-6F09-4258A8201490}"/>
                    </a:ext>
                  </a:extLst>
                </p:cNvPr>
                <p:cNvSpPr/>
                <p:nvPr/>
              </p:nvSpPr>
              <p:spPr>
                <a:xfrm>
                  <a:off x="3138673" y="3575762"/>
                  <a:ext cx="587581" cy="57304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307" name="对象 306">
                  <a:extLst>
                    <a:ext uri="{FF2B5EF4-FFF2-40B4-BE49-F238E27FC236}">
                      <a16:creationId xmlns:a16="http://schemas.microsoft.com/office/drawing/2014/main" id="{B8F925CB-69EC-1F4D-132A-9D0D401F9EC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44414" y="3729574"/>
                <a:ext cx="3778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8" imgW="253800" imgH="164880" progId="Equation.DSMT4">
                        <p:embed/>
                      </p:oleObj>
                    </mc:Choice>
                    <mc:Fallback>
                      <p:oleObj name="Equation" r:id="rId28" imgW="253800" imgH="164880" progId="Equation.DSMT4">
                        <p:embed/>
                        <p:pic>
                          <p:nvPicPr>
                            <p:cNvPr id="307" name="对象 306">
                              <a:extLst>
                                <a:ext uri="{FF2B5EF4-FFF2-40B4-BE49-F238E27FC236}">
                                  <a16:creationId xmlns:a16="http://schemas.microsoft.com/office/drawing/2014/main" id="{92181C78-F9A4-62EC-0054-28F30E504B2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4414" y="3729574"/>
                              <a:ext cx="377825" cy="2587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6C5D8EA-E0EF-5774-88B5-178C8B3C9C27}"/>
                </a:ext>
              </a:extLst>
            </p:cNvPr>
            <p:cNvSpPr/>
            <p:nvPr/>
          </p:nvSpPr>
          <p:spPr>
            <a:xfrm>
              <a:off x="1131208" y="1427205"/>
              <a:ext cx="6953612" cy="422905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dk1"/>
                  </a:solidFill>
                </a:rPr>
                <a:t>          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42C644B-C8CC-6E9F-733A-A866427D0DAE}"/>
                </a:ext>
              </a:extLst>
            </p:cNvPr>
            <p:cNvSpPr txBox="1"/>
            <p:nvPr/>
          </p:nvSpPr>
          <p:spPr>
            <a:xfrm>
              <a:off x="3843290" y="567211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重复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次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A01B91-0C3B-4D8F-D9C7-79414AD2AB17}"/>
              </a:ext>
            </a:extLst>
          </p:cNvPr>
          <p:cNvGrpSpPr/>
          <p:nvPr/>
        </p:nvGrpSpPr>
        <p:grpSpPr>
          <a:xfrm>
            <a:off x="5707949" y="3526054"/>
            <a:ext cx="6430504" cy="2912740"/>
            <a:chOff x="2191434" y="1214697"/>
            <a:chExt cx="7607435" cy="3740011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BC152FDB-9078-6B50-8C59-7B1357335C80}"/>
                </a:ext>
              </a:extLst>
            </p:cNvPr>
            <p:cNvSpPr/>
            <p:nvPr/>
          </p:nvSpPr>
          <p:spPr>
            <a:xfrm>
              <a:off x="7356452" y="1214698"/>
              <a:ext cx="1351298" cy="31699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4554394-9A05-81B5-5DFC-2D1C20DA4293}"/>
                </a:ext>
              </a:extLst>
            </p:cNvPr>
            <p:cNvSpPr/>
            <p:nvPr/>
          </p:nvSpPr>
          <p:spPr>
            <a:xfrm>
              <a:off x="4585185" y="1214697"/>
              <a:ext cx="2517071" cy="316991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A6258078-69AE-2F96-93DD-264FB6FBF27E}"/>
                </a:ext>
              </a:extLst>
            </p:cNvPr>
            <p:cNvSpPr/>
            <p:nvPr/>
          </p:nvSpPr>
          <p:spPr>
            <a:xfrm>
              <a:off x="2962930" y="1214697"/>
              <a:ext cx="1351298" cy="31699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B63D42F-20E4-4861-6E6B-475CD08BD731}"/>
                </a:ext>
              </a:extLst>
            </p:cNvPr>
            <p:cNvGrpSpPr/>
            <p:nvPr/>
          </p:nvGrpSpPr>
          <p:grpSpPr>
            <a:xfrm>
              <a:off x="2770321" y="1606292"/>
              <a:ext cx="4663431" cy="2173188"/>
              <a:chOff x="1742799" y="1417756"/>
              <a:chExt cx="5166000" cy="2173188"/>
            </a:xfrm>
          </p:grpSpPr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2649960D-F75C-F4DD-F498-C2DF920EB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1417756"/>
                <a:ext cx="516600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B448F451-B2E5-5C6D-BD8F-85496346F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2515930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1FE31A9-1D92-8094-1CE4-122C3EFB95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3590944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1675C41-BB70-17E2-C4C4-1A2301FF676D}"/>
                </a:ext>
              </a:extLst>
            </p:cNvPr>
            <p:cNvGrpSpPr/>
            <p:nvPr/>
          </p:nvGrpSpPr>
          <p:grpSpPr>
            <a:xfrm>
              <a:off x="7762862" y="1493958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F20A21D2-B52E-3EEC-0563-DF8EE9562C55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弧形 54">
                <a:extLst>
                  <a:ext uri="{FF2B5EF4-FFF2-40B4-BE49-F238E27FC236}">
                    <a16:creationId xmlns:a16="http://schemas.microsoft.com/office/drawing/2014/main" id="{6B3DD6CA-051A-37C8-291A-8D76BFA80AAA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E912EB3B-9A2E-FEA5-E967-BBDC30EC83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0321AE0-75CB-CF21-9558-AA620272C02A}"/>
                </a:ext>
              </a:extLst>
            </p:cNvPr>
            <p:cNvGrpSpPr/>
            <p:nvPr/>
          </p:nvGrpSpPr>
          <p:grpSpPr>
            <a:xfrm>
              <a:off x="7762862" y="2528677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1A2D7FAB-6D1B-BE5A-A108-01650B146673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弧形 51">
                <a:extLst>
                  <a:ext uri="{FF2B5EF4-FFF2-40B4-BE49-F238E27FC236}">
                    <a16:creationId xmlns:a16="http://schemas.microsoft.com/office/drawing/2014/main" id="{F31C58B8-940E-600F-975E-6C040B037D2C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1A6E1D30-F462-AD25-BC68-14BAA12215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B41B2FD2-8768-9222-BBD7-5640B75042AF}"/>
                </a:ext>
              </a:extLst>
            </p:cNvPr>
            <p:cNvGrpSpPr/>
            <p:nvPr/>
          </p:nvGrpSpPr>
          <p:grpSpPr>
            <a:xfrm>
              <a:off x="7762862" y="3563396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D1F33D6-534C-0804-C553-68E66139F709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弧形 48">
                <a:extLst>
                  <a:ext uri="{FF2B5EF4-FFF2-40B4-BE49-F238E27FC236}">
                    <a16:creationId xmlns:a16="http://schemas.microsoft.com/office/drawing/2014/main" id="{1F57A257-7F77-F6E9-DEBE-D1C4E8D42F49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70D1C46B-E142-77E5-5619-2A453264F4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B3AE8DE6-9D0A-0CE7-8C7B-99F7CBEDD6E2}"/>
                    </a:ext>
                  </a:extLst>
                </p:cNvPr>
                <p:cNvSpPr/>
                <p:nvPr/>
              </p:nvSpPr>
              <p:spPr>
                <a:xfrm>
                  <a:off x="3250468" y="1381435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C384A5EE-A775-DCFB-C6EE-E3D3AEBD65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1381435"/>
                  <a:ext cx="727127" cy="573043"/>
                </a:xfrm>
                <a:prstGeom prst="rect">
                  <a:avLst/>
                </a:prstGeom>
                <a:blipFill>
                  <a:blip r:embed="rId29"/>
                  <a:stretch>
                    <a:fillRect l="-163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71AAF3C6-269B-CD8C-40E7-48FD007F9F6C}"/>
                    </a:ext>
                  </a:extLst>
                </p:cNvPr>
                <p:cNvSpPr/>
                <p:nvPr/>
              </p:nvSpPr>
              <p:spPr>
                <a:xfrm>
                  <a:off x="3250468" y="3474561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057320C6-8A04-01A9-3C52-64A8286A5B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3474561"/>
                  <a:ext cx="727127" cy="573043"/>
                </a:xfrm>
                <a:prstGeom prst="rect">
                  <a:avLst/>
                </a:prstGeom>
                <a:blipFill>
                  <a:blip r:embed="rId30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0D67E352-EE85-6BAA-47AC-F7BDD6DCB98E}"/>
                    </a:ext>
                  </a:extLst>
                </p:cNvPr>
                <p:cNvSpPr/>
                <p:nvPr/>
              </p:nvSpPr>
              <p:spPr>
                <a:xfrm>
                  <a:off x="3250468" y="2427998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F12AAB28-C23D-C9DD-1ABE-E098EBEB14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2427998"/>
                  <a:ext cx="727127" cy="573043"/>
                </a:xfrm>
                <a:prstGeom prst="rect">
                  <a:avLst/>
                </a:prstGeom>
                <a:blipFill>
                  <a:blip r:embed="rId31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823EEA65-660F-F7BA-FD77-01EAAAF36D57}"/>
                    </a:ext>
                  </a:extLst>
                </p:cNvPr>
                <p:cNvSpPr/>
                <p:nvPr/>
              </p:nvSpPr>
              <p:spPr>
                <a:xfrm>
                  <a:off x="4902191" y="1342395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823EEA65-660F-F7BA-FD77-01EAAAF36D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91" y="1342395"/>
                  <a:ext cx="727889" cy="663286"/>
                </a:xfrm>
                <a:prstGeom prst="rect">
                  <a:avLst/>
                </a:prstGeom>
                <a:blipFill>
                  <a:blip r:embed="rId32"/>
                  <a:stretch>
                    <a:fillRect l="-9615" r="-16346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80E76393-6F30-A66F-8B1F-20CF96A9407C}"/>
                    </a:ext>
                  </a:extLst>
                </p:cNvPr>
                <p:cNvSpPr/>
                <p:nvPr/>
              </p:nvSpPr>
              <p:spPr>
                <a:xfrm>
                  <a:off x="5998975" y="2429005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80E76393-6F30-A66F-8B1F-20CF96A940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975" y="2429005"/>
                  <a:ext cx="727889" cy="1618599"/>
                </a:xfrm>
                <a:prstGeom prst="rect">
                  <a:avLst/>
                </a:prstGeom>
                <a:blipFill>
                  <a:blip r:embed="rId33"/>
                  <a:stretch>
                    <a:fillRect l="-9615" r="-17308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F25FC51-B92F-ACFE-BC41-DA4AD973A35B}"/>
                </a:ext>
              </a:extLst>
            </p:cNvPr>
            <p:cNvSpPr txBox="1"/>
            <p:nvPr/>
          </p:nvSpPr>
          <p:spPr>
            <a:xfrm>
              <a:off x="9152538" y="123071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标签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D11E7CC-405A-0E68-418E-A16CA6A502BE}"/>
                </a:ext>
              </a:extLst>
            </p:cNvPr>
            <p:cNvSpPr txBox="1"/>
            <p:nvPr/>
          </p:nvSpPr>
          <p:spPr>
            <a:xfrm>
              <a:off x="9152538" y="262137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预测</a:t>
              </a: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931327A6-4049-BBCB-C533-DE371470ADF8}"/>
                </a:ext>
              </a:extLst>
            </p:cNvPr>
            <p:cNvCxnSpPr>
              <a:stCxn id="33" idx="2"/>
              <a:endCxn id="34" idx="0"/>
            </p:cNvCxnSpPr>
            <p:nvPr/>
          </p:nvCxnSpPr>
          <p:spPr>
            <a:xfrm>
              <a:off x="9475704" y="1600047"/>
              <a:ext cx="0" cy="10213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533EFE84-9ACD-F813-5A20-22FB13A21FDC}"/>
                </a:ext>
              </a:extLst>
            </p:cNvPr>
            <p:cNvCxnSpPr>
              <a:cxnSpLocks/>
              <a:stCxn id="34" idx="2"/>
              <a:endCxn id="12" idx="2"/>
            </p:cNvCxnSpPr>
            <p:nvPr/>
          </p:nvCxnSpPr>
          <p:spPr>
            <a:xfrm rot="5400000">
              <a:off x="6962761" y="1871670"/>
              <a:ext cx="1393903" cy="3631983"/>
            </a:xfrm>
            <a:prstGeom prst="bentConnector3">
              <a:avLst>
                <a:gd name="adj1" fmla="val 128457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8B7C82EA-64A0-C00C-F9C3-40A843140DA0}"/>
                </a:ext>
              </a:extLst>
            </p:cNvPr>
            <p:cNvCxnSpPr>
              <a:cxnSpLocks/>
              <a:stCxn id="10" idx="3"/>
              <a:endCxn id="34" idx="1"/>
            </p:cNvCxnSpPr>
            <p:nvPr/>
          </p:nvCxnSpPr>
          <p:spPr>
            <a:xfrm>
              <a:off x="8707750" y="2799656"/>
              <a:ext cx="444788" cy="63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FFB3F79-29D1-B2C5-6533-C1C9FE0764B5}"/>
                </a:ext>
              </a:extLst>
            </p:cNvPr>
            <p:cNvSpPr txBox="1"/>
            <p:nvPr/>
          </p:nvSpPr>
          <p:spPr>
            <a:xfrm>
              <a:off x="4545019" y="4480479"/>
              <a:ext cx="1298702" cy="474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/>
                <a:t>更新参数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7149F81-C1CE-492C-6965-1B9E483B6E8A}"/>
                </a:ext>
              </a:extLst>
            </p:cNvPr>
            <p:cNvSpPr txBox="1"/>
            <p:nvPr/>
          </p:nvSpPr>
          <p:spPr>
            <a:xfrm>
              <a:off x="6837979" y="4504866"/>
              <a:ext cx="156966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计算损失函数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E13A92D-599A-0E52-A978-AE5B965B857C}"/>
                    </a:ext>
                  </a:extLst>
                </p:cNvPr>
                <p:cNvSpPr txBox="1"/>
                <p:nvPr/>
              </p:nvSpPr>
              <p:spPr>
                <a:xfrm>
                  <a:off x="2191434" y="2486023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07E7E52-D661-F597-6A0C-B1A63B8AD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2486023"/>
                  <a:ext cx="543358" cy="338554"/>
                </a:xfrm>
                <a:prstGeom prst="rect">
                  <a:avLst/>
                </a:prstGeom>
                <a:blipFill>
                  <a:blip r:embed="rId34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06A343FE-3F10-D59E-6E7C-B34E6CC88573}"/>
                    </a:ext>
                  </a:extLst>
                </p:cNvPr>
                <p:cNvSpPr txBox="1"/>
                <p:nvPr/>
              </p:nvSpPr>
              <p:spPr>
                <a:xfrm>
                  <a:off x="2191434" y="1414238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0FFF9B0-F375-3325-F6FB-F52DC0775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1414238"/>
                  <a:ext cx="543358" cy="338554"/>
                </a:xfrm>
                <a:prstGeom prst="rect">
                  <a:avLst/>
                </a:prstGeom>
                <a:blipFill>
                  <a:blip r:embed="rId35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CC894BF-8BA0-2392-2D98-A9BDCB303576}"/>
                    </a:ext>
                  </a:extLst>
                </p:cNvPr>
                <p:cNvSpPr txBox="1"/>
                <p:nvPr/>
              </p:nvSpPr>
              <p:spPr>
                <a:xfrm>
                  <a:off x="2191434" y="3557807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EEBBD5B-3B1B-E93F-F3A1-622EFBC66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3557807"/>
                  <a:ext cx="543358" cy="338554"/>
                </a:xfrm>
                <a:prstGeom prst="rect">
                  <a:avLst/>
                </a:prstGeom>
                <a:blipFill>
                  <a:blip r:embed="rId36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0BA0A970-2032-6599-8036-27F4DDAA72D1}"/>
                    </a:ext>
                  </a:extLst>
                </p:cNvPr>
                <p:cNvSpPr/>
                <p:nvPr/>
              </p:nvSpPr>
              <p:spPr>
                <a:xfrm>
                  <a:off x="4902191" y="2427998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0BA0A970-2032-6599-8036-27F4DDAA72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91" y="2427998"/>
                  <a:ext cx="727889" cy="663286"/>
                </a:xfrm>
                <a:prstGeom prst="rect">
                  <a:avLst/>
                </a:prstGeom>
                <a:blipFill>
                  <a:blip r:embed="rId37"/>
                  <a:stretch>
                    <a:fillRect l="-9615" r="-17308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26D19968-0EEA-A7C5-B78D-235463F647A2}"/>
              </a:ext>
            </a:extLst>
          </p:cNvPr>
          <p:cNvSpPr/>
          <p:nvPr/>
        </p:nvSpPr>
        <p:spPr>
          <a:xfrm>
            <a:off x="132834" y="3502656"/>
            <a:ext cx="1351298" cy="31699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9012AC5-A45A-0FD0-CF76-ECCDD3E20DFF}"/>
              </a:ext>
            </a:extLst>
          </p:cNvPr>
          <p:cNvGrpSpPr/>
          <p:nvPr/>
        </p:nvGrpSpPr>
        <p:grpSpPr>
          <a:xfrm>
            <a:off x="218290" y="3894251"/>
            <a:ext cx="2859536" cy="2173188"/>
            <a:chOff x="4146595" y="2419508"/>
            <a:chExt cx="4942361" cy="2173188"/>
          </a:xfrm>
        </p:grpSpPr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DB4D23FD-131A-DC08-3752-2516DDAED7EE}"/>
                </a:ext>
              </a:extLst>
            </p:cNvPr>
            <p:cNvCxnSpPr>
              <a:cxnSpLocks/>
            </p:cNvCxnSpPr>
            <p:nvPr/>
          </p:nvCxnSpPr>
          <p:spPr>
            <a:xfrm>
              <a:off x="4146595" y="2419508"/>
              <a:ext cx="4942361" cy="231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DDB564F3-69B7-9719-1CD5-A51D89396C0F}"/>
                </a:ext>
              </a:extLst>
            </p:cNvPr>
            <p:cNvCxnSpPr>
              <a:cxnSpLocks/>
            </p:cNvCxnSpPr>
            <p:nvPr/>
          </p:nvCxnSpPr>
          <p:spPr>
            <a:xfrm>
              <a:off x="4146595" y="3517682"/>
              <a:ext cx="494236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3AFCA144-147D-362B-99BA-E134A9B8CD25}"/>
                </a:ext>
              </a:extLst>
            </p:cNvPr>
            <p:cNvCxnSpPr>
              <a:cxnSpLocks/>
            </p:cNvCxnSpPr>
            <p:nvPr/>
          </p:nvCxnSpPr>
          <p:spPr>
            <a:xfrm>
              <a:off x="4146595" y="4592696"/>
              <a:ext cx="494236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2D3A3F64-FF57-93E2-12EE-3C164058155B}"/>
                  </a:ext>
                </a:extLst>
              </p:cNvPr>
              <p:cNvSpPr/>
              <p:nvPr/>
            </p:nvSpPr>
            <p:spPr>
              <a:xfrm>
                <a:off x="420372" y="3669394"/>
                <a:ext cx="727127" cy="57304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2D3A3F64-FF57-93E2-12EE-3C16405815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72" y="3669394"/>
                <a:ext cx="727127" cy="573043"/>
              </a:xfrm>
              <a:prstGeom prst="rect">
                <a:avLst/>
              </a:prstGeom>
              <a:blipFill>
                <a:blip r:embed="rId38"/>
                <a:stretch>
                  <a:fillRect l="-1639" r="-7377"/>
                </a:stretch>
              </a:blip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1F45AE7-F575-A20E-C45F-2D3DD6FA01A7}"/>
                  </a:ext>
                </a:extLst>
              </p:cNvPr>
              <p:cNvSpPr/>
              <p:nvPr/>
            </p:nvSpPr>
            <p:spPr>
              <a:xfrm>
                <a:off x="420372" y="5762520"/>
                <a:ext cx="727127" cy="57304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1F45AE7-F575-A20E-C45F-2D3DD6FA0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72" y="5762520"/>
                <a:ext cx="727127" cy="573043"/>
              </a:xfrm>
              <a:prstGeom prst="rect">
                <a:avLst/>
              </a:prstGeom>
              <a:blipFill>
                <a:blip r:embed="rId39"/>
                <a:stretch>
                  <a:fillRect l="-2459" r="-7377"/>
                </a:stretch>
              </a:blip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2CC70EA-8307-DF34-9A76-7496F01F7360}"/>
                  </a:ext>
                </a:extLst>
              </p:cNvPr>
              <p:cNvSpPr/>
              <p:nvPr/>
            </p:nvSpPr>
            <p:spPr>
              <a:xfrm>
                <a:off x="420372" y="4715957"/>
                <a:ext cx="727127" cy="57304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2CC70EA-8307-DF34-9A76-7496F01F73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72" y="4715957"/>
                <a:ext cx="727127" cy="573043"/>
              </a:xfrm>
              <a:prstGeom prst="rect">
                <a:avLst/>
              </a:prstGeom>
              <a:blipFill>
                <a:blip r:embed="rId40"/>
                <a:stretch>
                  <a:fillRect l="-2459" r="-7377"/>
                </a:stretch>
              </a:blip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ED6C7720-B11D-149A-BBB8-E6083F9D0D69}"/>
                  </a:ext>
                </a:extLst>
              </p:cNvPr>
              <p:cNvSpPr/>
              <p:nvPr/>
            </p:nvSpPr>
            <p:spPr>
              <a:xfrm>
                <a:off x="1822443" y="3661338"/>
                <a:ext cx="503644" cy="57307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ED6C7720-B11D-149A-BBB8-E6083F9D0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443" y="3661338"/>
                <a:ext cx="503644" cy="573076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E9873381-AC31-A264-EE90-44354DFA82BD}"/>
                  </a:ext>
                </a:extLst>
              </p:cNvPr>
              <p:cNvSpPr/>
              <p:nvPr/>
            </p:nvSpPr>
            <p:spPr>
              <a:xfrm>
                <a:off x="2480788" y="3661338"/>
                <a:ext cx="503644" cy="57307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E9873381-AC31-A264-EE90-44354DFA82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788" y="3661338"/>
                <a:ext cx="503644" cy="573076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89826145-1AEC-C432-2504-BEF8DCB55A4E}"/>
                  </a:ext>
                </a:extLst>
              </p:cNvPr>
              <p:cNvSpPr/>
              <p:nvPr/>
            </p:nvSpPr>
            <p:spPr>
              <a:xfrm>
                <a:off x="1822443" y="4707934"/>
                <a:ext cx="503644" cy="57307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89826145-1AEC-C432-2504-BEF8DCB55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443" y="4707934"/>
                <a:ext cx="503644" cy="573076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4996A40C-9C1B-DC44-775F-D695FC64EB98}"/>
                  </a:ext>
                </a:extLst>
              </p:cNvPr>
              <p:cNvSpPr/>
              <p:nvPr/>
            </p:nvSpPr>
            <p:spPr>
              <a:xfrm>
                <a:off x="1822443" y="5754497"/>
                <a:ext cx="503644" cy="57307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4996A40C-9C1B-DC44-775F-D695FC64EB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443" y="5754497"/>
                <a:ext cx="503644" cy="573076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组合 90">
            <a:extLst>
              <a:ext uri="{FF2B5EF4-FFF2-40B4-BE49-F238E27FC236}">
                <a16:creationId xmlns:a16="http://schemas.microsoft.com/office/drawing/2014/main" id="{3AA403BA-7DD4-EAAA-BE7C-D97C8C84B527}"/>
              </a:ext>
            </a:extLst>
          </p:cNvPr>
          <p:cNvGrpSpPr/>
          <p:nvPr/>
        </p:nvGrpSpPr>
        <p:grpSpPr>
          <a:xfrm>
            <a:off x="6764029" y="82043"/>
            <a:ext cx="2909446" cy="3171041"/>
            <a:chOff x="6764029" y="82043"/>
            <a:chExt cx="2909446" cy="3171041"/>
          </a:xfrm>
        </p:grpSpPr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C4AFE17B-2D79-022A-BFFC-7B82215F35F6}"/>
                </a:ext>
              </a:extLst>
            </p:cNvPr>
            <p:cNvGrpSpPr/>
            <p:nvPr/>
          </p:nvGrpSpPr>
          <p:grpSpPr>
            <a:xfrm>
              <a:off x="8410112" y="83168"/>
              <a:ext cx="1263363" cy="3169916"/>
              <a:chOff x="6858019" y="76878"/>
              <a:chExt cx="1263363" cy="3169916"/>
            </a:xfrm>
          </p:grpSpPr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06320A53-34E1-A736-E73D-57D8EE6FE886}"/>
                  </a:ext>
                </a:extLst>
              </p:cNvPr>
              <p:cNvSpPr/>
              <p:nvPr/>
            </p:nvSpPr>
            <p:spPr>
              <a:xfrm>
                <a:off x="6858019" y="76878"/>
                <a:ext cx="1263363" cy="3169916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4" name="组合 103">
                <a:extLst>
                  <a:ext uri="{FF2B5EF4-FFF2-40B4-BE49-F238E27FC236}">
                    <a16:creationId xmlns:a16="http://schemas.microsoft.com/office/drawing/2014/main" id="{13E8C8EE-7F8E-1E75-6FB1-D270C6CD4A0D}"/>
                  </a:ext>
                </a:extLst>
              </p:cNvPr>
              <p:cNvGrpSpPr/>
              <p:nvPr/>
            </p:nvGrpSpPr>
            <p:grpSpPr>
              <a:xfrm>
                <a:off x="7176495" y="356138"/>
                <a:ext cx="644776" cy="558343"/>
                <a:chOff x="8304914" y="5345671"/>
                <a:chExt cx="985949" cy="768733"/>
              </a:xfrm>
              <a:noFill/>
            </p:grpSpPr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3F6283D3-06FD-DC62-79BA-82CCA8C0054C}"/>
                    </a:ext>
                  </a:extLst>
                </p:cNvPr>
                <p:cNvSpPr/>
                <p:nvPr/>
              </p:nvSpPr>
              <p:spPr>
                <a:xfrm>
                  <a:off x="8304914" y="5345671"/>
                  <a:ext cx="985949" cy="634049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弧形 105">
                  <a:extLst>
                    <a:ext uri="{FF2B5EF4-FFF2-40B4-BE49-F238E27FC236}">
                      <a16:creationId xmlns:a16="http://schemas.microsoft.com/office/drawing/2014/main" id="{C67C8558-A5E2-C34C-52B0-C7058A487CB9}"/>
                    </a:ext>
                  </a:extLst>
                </p:cNvPr>
                <p:cNvSpPr/>
                <p:nvPr/>
              </p:nvSpPr>
              <p:spPr>
                <a:xfrm rot="16200000">
                  <a:off x="8553694" y="5513436"/>
                  <a:ext cx="560697" cy="641239"/>
                </a:xfrm>
                <a:prstGeom prst="arc">
                  <a:avLst>
                    <a:gd name="adj1" fmla="val 16200000"/>
                    <a:gd name="adj2" fmla="val 5299938"/>
                  </a:avLst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7" name="直接箭头连接符 106">
                  <a:extLst>
                    <a:ext uri="{FF2B5EF4-FFF2-40B4-BE49-F238E27FC236}">
                      <a16:creationId xmlns:a16="http://schemas.microsoft.com/office/drawing/2014/main" id="{615337C9-3D7A-DB4A-33F4-B8A366284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39368" y="5398755"/>
                  <a:ext cx="322487" cy="447418"/>
                </a:xfrm>
                <a:prstGeom prst="straightConnector1">
                  <a:avLst/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3581B595-2605-12E4-3D7D-0912648A1F2C}"/>
                  </a:ext>
                </a:extLst>
              </p:cNvPr>
              <p:cNvGrpSpPr/>
              <p:nvPr/>
            </p:nvGrpSpPr>
            <p:grpSpPr>
              <a:xfrm>
                <a:off x="7176495" y="1390857"/>
                <a:ext cx="644776" cy="558343"/>
                <a:chOff x="8304914" y="5345671"/>
                <a:chExt cx="985949" cy="768733"/>
              </a:xfrm>
              <a:noFill/>
            </p:grpSpPr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9C5178AE-E6F2-93C0-1EE7-9BD6BDD28524}"/>
                    </a:ext>
                  </a:extLst>
                </p:cNvPr>
                <p:cNvSpPr/>
                <p:nvPr/>
              </p:nvSpPr>
              <p:spPr>
                <a:xfrm>
                  <a:off x="8304914" y="5345671"/>
                  <a:ext cx="985949" cy="634049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弧形 109">
                  <a:extLst>
                    <a:ext uri="{FF2B5EF4-FFF2-40B4-BE49-F238E27FC236}">
                      <a16:creationId xmlns:a16="http://schemas.microsoft.com/office/drawing/2014/main" id="{21E698A9-F261-FB1A-8FF6-70B801F94228}"/>
                    </a:ext>
                  </a:extLst>
                </p:cNvPr>
                <p:cNvSpPr/>
                <p:nvPr/>
              </p:nvSpPr>
              <p:spPr>
                <a:xfrm rot="16200000">
                  <a:off x="8553694" y="5513436"/>
                  <a:ext cx="560697" cy="641239"/>
                </a:xfrm>
                <a:prstGeom prst="arc">
                  <a:avLst>
                    <a:gd name="adj1" fmla="val 16200000"/>
                    <a:gd name="adj2" fmla="val 5299938"/>
                  </a:avLst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11" name="直接箭头连接符 110">
                  <a:extLst>
                    <a:ext uri="{FF2B5EF4-FFF2-40B4-BE49-F238E27FC236}">
                      <a16:creationId xmlns:a16="http://schemas.microsoft.com/office/drawing/2014/main" id="{77B18B06-3ABE-0CC3-6340-409723A0A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39368" y="5398755"/>
                  <a:ext cx="322487" cy="447418"/>
                </a:xfrm>
                <a:prstGeom prst="straightConnector1">
                  <a:avLst/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47990114-DC96-3752-1859-1B26C44341F8}"/>
                  </a:ext>
                </a:extLst>
              </p:cNvPr>
              <p:cNvGrpSpPr/>
              <p:nvPr/>
            </p:nvGrpSpPr>
            <p:grpSpPr>
              <a:xfrm>
                <a:off x="7176495" y="2425576"/>
                <a:ext cx="644776" cy="558343"/>
                <a:chOff x="8304914" y="5345671"/>
                <a:chExt cx="985949" cy="768733"/>
              </a:xfrm>
              <a:noFill/>
            </p:grpSpPr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3E5EAB7F-7849-9684-FDF4-6E549B784922}"/>
                    </a:ext>
                  </a:extLst>
                </p:cNvPr>
                <p:cNvSpPr/>
                <p:nvPr/>
              </p:nvSpPr>
              <p:spPr>
                <a:xfrm>
                  <a:off x="8304914" y="5345671"/>
                  <a:ext cx="985949" cy="634049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弧形 113">
                  <a:extLst>
                    <a:ext uri="{FF2B5EF4-FFF2-40B4-BE49-F238E27FC236}">
                      <a16:creationId xmlns:a16="http://schemas.microsoft.com/office/drawing/2014/main" id="{7B3CC29B-5E0E-37ED-A3A4-DCD2E7557344}"/>
                    </a:ext>
                  </a:extLst>
                </p:cNvPr>
                <p:cNvSpPr/>
                <p:nvPr/>
              </p:nvSpPr>
              <p:spPr>
                <a:xfrm rot="16200000">
                  <a:off x="8553694" y="5513436"/>
                  <a:ext cx="560697" cy="641239"/>
                </a:xfrm>
                <a:prstGeom prst="arc">
                  <a:avLst>
                    <a:gd name="adj1" fmla="val 16200000"/>
                    <a:gd name="adj2" fmla="val 5299938"/>
                  </a:avLst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15" name="直接箭头连接符 114">
                  <a:extLst>
                    <a:ext uri="{FF2B5EF4-FFF2-40B4-BE49-F238E27FC236}">
                      <a16:creationId xmlns:a16="http://schemas.microsoft.com/office/drawing/2014/main" id="{8260B237-21DA-0452-3510-138354E45A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39368" y="5398755"/>
                  <a:ext cx="322487" cy="447418"/>
                </a:xfrm>
                <a:prstGeom prst="straightConnector1">
                  <a:avLst/>
                </a:prstGeom>
                <a:grpFill/>
                <a:ln w="1905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FB7F6CE1-1B79-3A7B-D584-AC1E265CB474}"/>
                </a:ext>
              </a:extLst>
            </p:cNvPr>
            <p:cNvSpPr/>
            <p:nvPr/>
          </p:nvSpPr>
          <p:spPr>
            <a:xfrm>
              <a:off x="6764029" y="82043"/>
              <a:ext cx="1410360" cy="316992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8DF76A38-8764-FF4E-A5C3-D54C118488B8}"/>
                </a:ext>
              </a:extLst>
            </p:cNvPr>
            <p:cNvGrpSpPr/>
            <p:nvPr/>
          </p:nvGrpSpPr>
          <p:grpSpPr>
            <a:xfrm>
              <a:off x="6794176" y="497528"/>
              <a:ext cx="1934411" cy="2173188"/>
              <a:chOff x="1736240" y="3918141"/>
              <a:chExt cx="1145560" cy="2173188"/>
            </a:xfrm>
          </p:grpSpPr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51C9B2A7-F467-69FB-8F1D-6376E3CBE0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6240" y="3918141"/>
                <a:ext cx="114556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3D057CA3-C66A-C5F7-DF6C-2F2D42C326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6240" y="5016315"/>
                <a:ext cx="11455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9DF55EB1-19D9-650A-760D-65F2472268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6240" y="6091329"/>
                <a:ext cx="11455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40A20324-E81D-E44B-5238-78094F356752}"/>
                    </a:ext>
                  </a:extLst>
                </p:cNvPr>
                <p:cNvSpPr/>
                <p:nvPr/>
              </p:nvSpPr>
              <p:spPr>
                <a:xfrm>
                  <a:off x="6880380" y="240725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40A20324-E81D-E44B-5238-78094F3567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0380" y="240725"/>
                  <a:ext cx="503644" cy="573076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44651874-F8D2-8CC1-04F7-532E6B9C79BD}"/>
                    </a:ext>
                  </a:extLst>
                </p:cNvPr>
                <p:cNvSpPr/>
                <p:nvPr/>
              </p:nvSpPr>
              <p:spPr>
                <a:xfrm>
                  <a:off x="7538725" y="240725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44651874-F8D2-8CC1-04F7-532E6B9C79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8725" y="240725"/>
                  <a:ext cx="503644" cy="573076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0E56E439-E133-0298-4271-A7901095E566}"/>
                    </a:ext>
                  </a:extLst>
                </p:cNvPr>
                <p:cNvSpPr/>
                <p:nvPr/>
              </p:nvSpPr>
              <p:spPr>
                <a:xfrm>
                  <a:off x="6880380" y="1287321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0E56E439-E133-0298-4271-A7901095E5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0380" y="1287321"/>
                  <a:ext cx="503644" cy="573076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C6487832-634F-5F16-FB73-692AC1538CD2}"/>
                    </a:ext>
                  </a:extLst>
                </p:cNvPr>
                <p:cNvSpPr/>
                <p:nvPr/>
              </p:nvSpPr>
              <p:spPr>
                <a:xfrm>
                  <a:off x="6880380" y="2333884"/>
                  <a:ext cx="503644" cy="57307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C6487832-634F-5F16-FB73-692AC1538C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0380" y="2333884"/>
                  <a:ext cx="503644" cy="573076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  <a:ln w="19050"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30D07EFE-AB31-16AC-6D9A-F309A2253E24}"/>
              </a:ext>
            </a:extLst>
          </p:cNvPr>
          <p:cNvGrpSpPr/>
          <p:nvPr/>
        </p:nvGrpSpPr>
        <p:grpSpPr>
          <a:xfrm>
            <a:off x="9914525" y="56946"/>
            <a:ext cx="2209800" cy="2468747"/>
            <a:chOff x="8934601" y="425009"/>
            <a:chExt cx="2209800" cy="2468747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3DFD69AD-09E2-5595-142C-73B223A80D16}"/>
                </a:ext>
              </a:extLst>
            </p:cNvPr>
            <p:cNvSpPr/>
            <p:nvPr/>
          </p:nvSpPr>
          <p:spPr>
            <a:xfrm>
              <a:off x="8934601" y="425009"/>
              <a:ext cx="2209800" cy="246874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A3FBD6AC-3485-D788-6653-3F7F5F43F04D}"/>
                </a:ext>
              </a:extLst>
            </p:cNvPr>
            <p:cNvGrpSpPr/>
            <p:nvPr/>
          </p:nvGrpSpPr>
          <p:grpSpPr>
            <a:xfrm>
              <a:off x="9063099" y="729985"/>
              <a:ext cx="1906220" cy="1692490"/>
              <a:chOff x="7341286" y="729985"/>
              <a:chExt cx="4094143" cy="1692490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FE7DC37-A083-4FE5-C504-FDD788176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1286" y="729985"/>
                <a:ext cx="4094143" cy="180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0B9B07C-5AD5-E763-FA1F-1245C6C75F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1286" y="1585249"/>
                <a:ext cx="409414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18345B4D-EE5A-BC3F-667F-226917A945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1286" y="2422475"/>
                <a:ext cx="409414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C5DD9516-9120-ABAC-C83D-1C6C99D88D47}"/>
                    </a:ext>
                  </a:extLst>
                </p:cNvPr>
                <p:cNvSpPr/>
                <p:nvPr/>
              </p:nvSpPr>
              <p:spPr>
                <a:xfrm>
                  <a:off x="9212909" y="524461"/>
                  <a:ext cx="639032" cy="51657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C5DD9516-9120-ABAC-C83D-1C6C99D88D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2909" y="524461"/>
                  <a:ext cx="639032" cy="516570"/>
                </a:xfrm>
                <a:prstGeom prst="rect">
                  <a:avLst/>
                </a:prstGeom>
                <a:blipFill>
                  <a:blip r:embed="rId49"/>
                  <a:stretch>
                    <a:fillRect l="-7407" r="-13889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6B0C46BB-EA74-5E3E-8E30-CD07F83443B6}"/>
                    </a:ext>
                  </a:extLst>
                </p:cNvPr>
                <p:cNvSpPr/>
                <p:nvPr/>
              </p:nvSpPr>
              <p:spPr>
                <a:xfrm>
                  <a:off x="10175803" y="1370718"/>
                  <a:ext cx="639032" cy="126057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6B0C46BB-EA74-5E3E-8E30-CD07F83443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5803" y="1370718"/>
                  <a:ext cx="639032" cy="1260573"/>
                </a:xfrm>
                <a:prstGeom prst="rect">
                  <a:avLst/>
                </a:prstGeom>
                <a:blipFill>
                  <a:blip r:embed="rId50"/>
                  <a:stretch>
                    <a:fillRect l="-8333" r="-13889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998325BC-ABAA-10C5-CED8-5709DD8CBA35}"/>
                    </a:ext>
                  </a:extLst>
                </p:cNvPr>
                <p:cNvSpPr/>
                <p:nvPr/>
              </p:nvSpPr>
              <p:spPr>
                <a:xfrm>
                  <a:off x="9212909" y="1369934"/>
                  <a:ext cx="639032" cy="51657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998325BC-ABAA-10C5-CED8-5709DD8CBA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2909" y="1369934"/>
                  <a:ext cx="639032" cy="516570"/>
                </a:xfrm>
                <a:prstGeom prst="rect">
                  <a:avLst/>
                </a:prstGeom>
                <a:blipFill>
                  <a:blip r:embed="rId51"/>
                  <a:stretch>
                    <a:fillRect l="-8333" r="-13889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781E51D-FBD3-2174-62D1-222C3982C6DF}"/>
              </a:ext>
            </a:extLst>
          </p:cNvPr>
          <p:cNvGrpSpPr/>
          <p:nvPr/>
        </p:nvGrpSpPr>
        <p:grpSpPr>
          <a:xfrm>
            <a:off x="3422858" y="3716292"/>
            <a:ext cx="2209800" cy="2468747"/>
            <a:chOff x="8934601" y="425009"/>
            <a:chExt cx="2209800" cy="2468747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67A7184B-B7A1-CA2D-9D49-49B9EC9A91F0}"/>
                </a:ext>
              </a:extLst>
            </p:cNvPr>
            <p:cNvSpPr/>
            <p:nvPr/>
          </p:nvSpPr>
          <p:spPr>
            <a:xfrm>
              <a:off x="8934601" y="425009"/>
              <a:ext cx="2209800" cy="246874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540FD4F1-D637-9761-8C39-DA1F144B739D}"/>
                </a:ext>
              </a:extLst>
            </p:cNvPr>
            <p:cNvGrpSpPr/>
            <p:nvPr/>
          </p:nvGrpSpPr>
          <p:grpSpPr>
            <a:xfrm>
              <a:off x="9063099" y="729985"/>
              <a:ext cx="1906220" cy="1692490"/>
              <a:chOff x="7341286" y="729985"/>
              <a:chExt cx="4094143" cy="1692490"/>
            </a:xfrm>
          </p:grpSpPr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8700FBCB-6205-5E57-7BD3-80C1E336D1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1286" y="729985"/>
                <a:ext cx="4094143" cy="180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31B8975A-08BA-14A0-9C4E-3A4E93652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1286" y="1585249"/>
                <a:ext cx="409414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ECED083F-42AE-9985-61DE-30451ADBE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1286" y="2422475"/>
                <a:ext cx="409414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E3281684-9D03-44E4-EC12-02551131CF39}"/>
                    </a:ext>
                  </a:extLst>
                </p:cNvPr>
                <p:cNvSpPr/>
                <p:nvPr/>
              </p:nvSpPr>
              <p:spPr>
                <a:xfrm>
                  <a:off x="9212909" y="524461"/>
                  <a:ext cx="639032" cy="51657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E3281684-9D03-44E4-EC12-02551131CF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2909" y="524461"/>
                  <a:ext cx="639032" cy="516570"/>
                </a:xfrm>
                <a:prstGeom prst="rect">
                  <a:avLst/>
                </a:prstGeom>
                <a:blipFill>
                  <a:blip r:embed="rId52"/>
                  <a:stretch>
                    <a:fillRect l="-12963" r="-19444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7F316B5E-2098-C893-5F45-B5C2E2A26788}"/>
                    </a:ext>
                  </a:extLst>
                </p:cNvPr>
                <p:cNvSpPr/>
                <p:nvPr/>
              </p:nvSpPr>
              <p:spPr>
                <a:xfrm>
                  <a:off x="10175803" y="1370718"/>
                  <a:ext cx="639032" cy="126057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7F316B5E-2098-C893-5F45-B5C2E2A267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5803" y="1370718"/>
                  <a:ext cx="639032" cy="1260573"/>
                </a:xfrm>
                <a:prstGeom prst="rect">
                  <a:avLst/>
                </a:prstGeom>
                <a:blipFill>
                  <a:blip r:embed="rId53"/>
                  <a:stretch>
                    <a:fillRect l="-13889" r="-19444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3F86B09C-06E1-9B2B-AD7D-CACCE59F4BEF}"/>
                    </a:ext>
                  </a:extLst>
                </p:cNvPr>
                <p:cNvSpPr/>
                <p:nvPr/>
              </p:nvSpPr>
              <p:spPr>
                <a:xfrm>
                  <a:off x="9212909" y="1369934"/>
                  <a:ext cx="639032" cy="51657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3F86B09C-06E1-9B2B-AD7D-CACCE59F4B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2909" y="1369934"/>
                  <a:ext cx="639032" cy="516570"/>
                </a:xfrm>
                <a:prstGeom prst="rect">
                  <a:avLst/>
                </a:prstGeom>
                <a:blipFill>
                  <a:blip r:embed="rId54"/>
                  <a:stretch>
                    <a:fillRect l="-13889" r="-19444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20267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358DBED-29F4-F306-5CE8-C0B664A140F3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33D08430-720C-670E-633F-655CAEDD1079}"/>
              </a:ext>
            </a:extLst>
          </p:cNvPr>
          <p:cNvGrpSpPr/>
          <p:nvPr/>
        </p:nvGrpSpPr>
        <p:grpSpPr>
          <a:xfrm>
            <a:off x="228033" y="85344"/>
            <a:ext cx="400110" cy="2270736"/>
            <a:chOff x="1010025" y="481584"/>
            <a:chExt cx="400110" cy="2270736"/>
          </a:xfrm>
        </p:grpSpPr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DBE311A5-FC21-C11D-7ED7-BD33E0200DBB}"/>
                </a:ext>
              </a:extLst>
            </p:cNvPr>
            <p:cNvSpPr/>
            <p:nvPr/>
          </p:nvSpPr>
          <p:spPr>
            <a:xfrm>
              <a:off x="1042415" y="481584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956463C1-F567-E129-DE74-3557464F4DB2}"/>
                </a:ext>
              </a:extLst>
            </p:cNvPr>
            <p:cNvSpPr/>
            <p:nvPr/>
          </p:nvSpPr>
          <p:spPr>
            <a:xfrm>
              <a:off x="1042415" y="841584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E06CD551-ADE0-53F7-6635-88DD624969B7}"/>
                </a:ext>
              </a:extLst>
            </p:cNvPr>
            <p:cNvSpPr/>
            <p:nvPr/>
          </p:nvSpPr>
          <p:spPr>
            <a:xfrm>
              <a:off x="1042415" y="1201584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93B2CE57-741D-EA0A-1416-BED2B16C5A11}"/>
                </a:ext>
              </a:extLst>
            </p:cNvPr>
            <p:cNvSpPr/>
            <p:nvPr/>
          </p:nvSpPr>
          <p:spPr>
            <a:xfrm>
              <a:off x="1042415" y="2032320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6F3693EC-0A10-9637-EDBA-C96A9EFA1BA3}"/>
                </a:ext>
              </a:extLst>
            </p:cNvPr>
            <p:cNvSpPr/>
            <p:nvPr/>
          </p:nvSpPr>
          <p:spPr>
            <a:xfrm>
              <a:off x="1042415" y="2392320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341C31B9-BBDF-700E-A561-11EDC50FDA3F}"/>
                </a:ext>
              </a:extLst>
            </p:cNvPr>
            <p:cNvSpPr txBox="1"/>
            <p:nvPr/>
          </p:nvSpPr>
          <p:spPr>
            <a:xfrm rot="5400000">
              <a:off x="1013552" y="1596897"/>
              <a:ext cx="3930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zh-CN" altLang="en-US" sz="2000" b="1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0A07C2D-9CD5-F91D-243F-7A1CE650A231}"/>
              </a:ext>
            </a:extLst>
          </p:cNvPr>
          <p:cNvGrpSpPr/>
          <p:nvPr/>
        </p:nvGrpSpPr>
        <p:grpSpPr>
          <a:xfrm>
            <a:off x="795987" y="0"/>
            <a:ext cx="5876408" cy="3347962"/>
            <a:chOff x="795987" y="0"/>
            <a:chExt cx="5876408" cy="3347962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1EFA5A03-AB13-FAD4-5820-3C3B13D0C34C}"/>
                </a:ext>
              </a:extLst>
            </p:cNvPr>
            <p:cNvSpPr/>
            <p:nvPr/>
          </p:nvSpPr>
          <p:spPr>
            <a:xfrm>
              <a:off x="1063560" y="2008449"/>
              <a:ext cx="1319585" cy="105040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E407E4F-D517-2A13-D7D6-9E0D4AB25479}"/>
                </a:ext>
              </a:extLst>
            </p:cNvPr>
            <p:cNvGrpSpPr/>
            <p:nvPr/>
          </p:nvGrpSpPr>
          <p:grpSpPr>
            <a:xfrm>
              <a:off x="854408" y="2233558"/>
              <a:ext cx="438859" cy="600186"/>
              <a:chOff x="2722478" y="659311"/>
              <a:chExt cx="573710" cy="787350"/>
            </a:xfrm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CF3DAE96-DA41-2C5D-63BC-0D4EB96529D0}"/>
                  </a:ext>
                </a:extLst>
              </p:cNvPr>
              <p:cNvSpPr/>
              <p:nvPr/>
            </p:nvSpPr>
            <p:spPr>
              <a:xfrm rot="16200000">
                <a:off x="2796932" y="947406"/>
                <a:ext cx="424801" cy="573710"/>
              </a:xfrm>
              <a:custGeom>
                <a:avLst/>
                <a:gdLst>
                  <a:gd name="connsiteX0" fmla="*/ 0 w 642972"/>
                  <a:gd name="connsiteY0" fmla="*/ 0 h 731978"/>
                  <a:gd name="connsiteX1" fmla="*/ 125616 w 642972"/>
                  <a:gd name="connsiteY1" fmla="*/ 7158 h 731978"/>
                  <a:gd name="connsiteX2" fmla="*/ 642972 w 642972"/>
                  <a:gd name="connsiteY2" fmla="*/ 365989 h 731978"/>
                  <a:gd name="connsiteX3" fmla="*/ 125616 w 642972"/>
                  <a:gd name="connsiteY3" fmla="*/ 724820 h 731978"/>
                  <a:gd name="connsiteX4" fmla="*/ 0 w 642972"/>
                  <a:gd name="connsiteY4" fmla="*/ 731978 h 731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72" h="731978">
                    <a:moveTo>
                      <a:pt x="0" y="0"/>
                    </a:moveTo>
                    <a:lnTo>
                      <a:pt x="125616" y="7158"/>
                    </a:lnTo>
                    <a:cubicBezTo>
                      <a:pt x="420871" y="41312"/>
                      <a:pt x="642972" y="188989"/>
                      <a:pt x="642972" y="365989"/>
                    </a:cubicBezTo>
                    <a:cubicBezTo>
                      <a:pt x="642972" y="542989"/>
                      <a:pt x="420871" y="690666"/>
                      <a:pt x="125616" y="724820"/>
                    </a:cubicBezTo>
                    <a:lnTo>
                      <a:pt x="0" y="7319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流程图: 接点 13">
                <a:extLst>
                  <a:ext uri="{FF2B5EF4-FFF2-40B4-BE49-F238E27FC236}">
                    <a16:creationId xmlns:a16="http://schemas.microsoft.com/office/drawing/2014/main" id="{4079DCDC-30BF-E75A-0B44-F01D21F0AB5A}"/>
                  </a:ext>
                </a:extLst>
              </p:cNvPr>
              <p:cNvSpPr/>
              <p:nvPr/>
            </p:nvSpPr>
            <p:spPr>
              <a:xfrm>
                <a:off x="2797792" y="659311"/>
                <a:ext cx="423080" cy="424800"/>
              </a:xfrm>
              <a:prstGeom prst="flowChartConnector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D3CA4302-B320-A666-0BC7-179E4F4576FB}"/>
                </a:ext>
              </a:extLst>
            </p:cNvPr>
            <p:cNvSpPr txBox="1"/>
            <p:nvPr/>
          </p:nvSpPr>
          <p:spPr>
            <a:xfrm>
              <a:off x="885332" y="1663171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推理过程</a:t>
              </a:r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30674884-256C-8BD7-7F80-8131835019D7}"/>
                </a:ext>
              </a:extLst>
            </p:cNvPr>
            <p:cNvSpPr/>
            <p:nvPr/>
          </p:nvSpPr>
          <p:spPr>
            <a:xfrm>
              <a:off x="3076408" y="2014264"/>
              <a:ext cx="1436659" cy="1048800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90AAC07C-103E-E520-71F8-E1409D7D5CF0}"/>
                </a:ext>
              </a:extLst>
            </p:cNvPr>
            <p:cNvSpPr/>
            <p:nvPr/>
          </p:nvSpPr>
          <p:spPr>
            <a:xfrm>
              <a:off x="5205935" y="2000587"/>
              <a:ext cx="1376736" cy="1048800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126176F7-5467-D248-40D2-EDDF7FE1C90C}"/>
                </a:ext>
              </a:extLst>
            </p:cNvPr>
            <p:cNvSpPr/>
            <p:nvPr/>
          </p:nvSpPr>
          <p:spPr>
            <a:xfrm>
              <a:off x="795988" y="1629333"/>
              <a:ext cx="5876407" cy="171221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0C69A70E-C2FB-C891-A56B-AA818BCEC67B}"/>
                </a:ext>
              </a:extLst>
            </p:cNvPr>
            <p:cNvGrpSpPr/>
            <p:nvPr/>
          </p:nvGrpSpPr>
          <p:grpSpPr>
            <a:xfrm>
              <a:off x="2828066" y="2239373"/>
              <a:ext cx="574513" cy="600187"/>
              <a:chOff x="3145809" y="941695"/>
              <a:chExt cx="1116857" cy="1132763"/>
            </a:xfrm>
          </p:grpSpPr>
          <p:sp>
            <p:nvSpPr>
              <p:cNvPr id="178" name="立方体 177">
                <a:extLst>
                  <a:ext uri="{FF2B5EF4-FFF2-40B4-BE49-F238E27FC236}">
                    <a16:creationId xmlns:a16="http://schemas.microsoft.com/office/drawing/2014/main" id="{DC2E4F11-A84D-FA23-63FB-1A61FFABEDF5}"/>
                  </a:ext>
                </a:extLst>
              </p:cNvPr>
              <p:cNvSpPr/>
              <p:nvPr/>
            </p:nvSpPr>
            <p:spPr>
              <a:xfrm>
                <a:off x="3145809" y="941695"/>
                <a:ext cx="866633" cy="1132763"/>
              </a:xfrm>
              <a:prstGeom prst="cube">
                <a:avLst>
                  <a:gd name="adj" fmla="val 47253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9" name="圆柱体 178">
                <a:extLst>
                  <a:ext uri="{FF2B5EF4-FFF2-40B4-BE49-F238E27FC236}">
                    <a16:creationId xmlns:a16="http://schemas.microsoft.com/office/drawing/2014/main" id="{9F37670D-6ADA-6182-DA5A-8A20382F57AE}"/>
                  </a:ext>
                </a:extLst>
              </p:cNvPr>
              <p:cNvSpPr/>
              <p:nvPr/>
            </p:nvSpPr>
            <p:spPr>
              <a:xfrm>
                <a:off x="3762217" y="1433017"/>
                <a:ext cx="500449" cy="528248"/>
              </a:xfrm>
              <a:prstGeom prst="can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0" name="直接连接符 179">
                <a:extLst>
                  <a:ext uri="{FF2B5EF4-FFF2-40B4-BE49-F238E27FC236}">
                    <a16:creationId xmlns:a16="http://schemas.microsoft.com/office/drawing/2014/main" id="{BC449635-2B56-F991-E83B-EA21073FEF5B}"/>
                  </a:ext>
                </a:extLst>
              </p:cNvPr>
              <p:cNvCxnSpPr>
                <a:cxnSpLocks/>
                <a:stCxn id="178" idx="2"/>
                <a:endCxn id="178" idx="4"/>
              </p:cNvCxnSpPr>
              <p:nvPr/>
            </p:nvCxnSpPr>
            <p:spPr>
              <a:xfrm>
                <a:off x="3145809" y="1712832"/>
                <a:ext cx="457123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4FD6CC59-F16B-252C-82B2-3F70D2FCAC25}"/>
                  </a:ext>
                </a:extLst>
              </p:cNvPr>
              <p:cNvSpPr/>
              <p:nvPr/>
            </p:nvSpPr>
            <p:spPr>
              <a:xfrm>
                <a:off x="3762217" y="1653333"/>
                <a:ext cx="500449" cy="118998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9CFB65CD-CCED-6FAF-DCBF-DFD6B796D7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811892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>
                <a:extLst>
                  <a:ext uri="{FF2B5EF4-FFF2-40B4-BE49-F238E27FC236}">
                    <a16:creationId xmlns:a16="http://schemas.microsoft.com/office/drawing/2014/main" id="{5313B649-3287-DE67-41F7-27CB225C77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882377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>
                <a:extLst>
                  <a:ext uri="{FF2B5EF4-FFF2-40B4-BE49-F238E27FC236}">
                    <a16:creationId xmlns:a16="http://schemas.microsoft.com/office/drawing/2014/main" id="{A541A06F-AD6C-1423-09A7-D5BECE023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961265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6D9231D3-B37E-9DC1-C6D3-2314DA209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4210" y="1429990"/>
                <a:ext cx="127586" cy="302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98EDFE71-42F4-E07B-1625-E15B0EF2672F}"/>
                </a:ext>
              </a:extLst>
            </p:cNvPr>
            <p:cNvGrpSpPr/>
            <p:nvPr/>
          </p:nvGrpSpPr>
          <p:grpSpPr>
            <a:xfrm>
              <a:off x="4997273" y="2225697"/>
              <a:ext cx="438859" cy="600186"/>
              <a:chOff x="2722478" y="659311"/>
              <a:chExt cx="573710" cy="787350"/>
            </a:xfrm>
          </p:grpSpPr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818FED18-5453-DE2B-8606-B37AF69CB279}"/>
                  </a:ext>
                </a:extLst>
              </p:cNvPr>
              <p:cNvSpPr/>
              <p:nvPr/>
            </p:nvSpPr>
            <p:spPr>
              <a:xfrm rot="16200000">
                <a:off x="2796932" y="947406"/>
                <a:ext cx="424801" cy="573710"/>
              </a:xfrm>
              <a:custGeom>
                <a:avLst/>
                <a:gdLst>
                  <a:gd name="connsiteX0" fmla="*/ 0 w 642972"/>
                  <a:gd name="connsiteY0" fmla="*/ 0 h 731978"/>
                  <a:gd name="connsiteX1" fmla="*/ 125616 w 642972"/>
                  <a:gd name="connsiteY1" fmla="*/ 7158 h 731978"/>
                  <a:gd name="connsiteX2" fmla="*/ 642972 w 642972"/>
                  <a:gd name="connsiteY2" fmla="*/ 365989 h 731978"/>
                  <a:gd name="connsiteX3" fmla="*/ 125616 w 642972"/>
                  <a:gd name="connsiteY3" fmla="*/ 724820 h 731978"/>
                  <a:gd name="connsiteX4" fmla="*/ 0 w 642972"/>
                  <a:gd name="connsiteY4" fmla="*/ 731978 h 731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72" h="731978">
                    <a:moveTo>
                      <a:pt x="0" y="0"/>
                    </a:moveTo>
                    <a:lnTo>
                      <a:pt x="125616" y="7158"/>
                    </a:lnTo>
                    <a:cubicBezTo>
                      <a:pt x="420871" y="41312"/>
                      <a:pt x="642972" y="188989"/>
                      <a:pt x="642972" y="365989"/>
                    </a:cubicBezTo>
                    <a:cubicBezTo>
                      <a:pt x="642972" y="542989"/>
                      <a:pt x="420871" y="690666"/>
                      <a:pt x="125616" y="724820"/>
                    </a:cubicBezTo>
                    <a:lnTo>
                      <a:pt x="0" y="7319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" name="流程图: 接点 193">
                <a:extLst>
                  <a:ext uri="{FF2B5EF4-FFF2-40B4-BE49-F238E27FC236}">
                    <a16:creationId xmlns:a16="http://schemas.microsoft.com/office/drawing/2014/main" id="{6966FCF4-88C6-7BFA-6887-F7A059F1507A}"/>
                  </a:ext>
                </a:extLst>
              </p:cNvPr>
              <p:cNvSpPr/>
              <p:nvPr/>
            </p:nvSpPr>
            <p:spPr>
              <a:xfrm>
                <a:off x="2797792" y="659311"/>
                <a:ext cx="423080" cy="424800"/>
              </a:xfrm>
              <a:prstGeom prst="flowChartConnector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C6D46CA3-A20D-98F4-F889-90E75769C95A}"/>
                </a:ext>
              </a:extLst>
            </p:cNvPr>
            <p:cNvGrpSpPr/>
            <p:nvPr/>
          </p:nvGrpSpPr>
          <p:grpSpPr>
            <a:xfrm>
              <a:off x="3181122" y="15533"/>
              <a:ext cx="3491273" cy="1470030"/>
              <a:chOff x="5805406" y="1898776"/>
              <a:chExt cx="3491273" cy="1470030"/>
            </a:xfrm>
          </p:grpSpPr>
          <p:pic>
            <p:nvPicPr>
              <p:cNvPr id="130" name="图片 129">
                <a:extLst>
                  <a:ext uri="{FF2B5EF4-FFF2-40B4-BE49-F238E27FC236}">
                    <a16:creationId xmlns:a16="http://schemas.microsoft.com/office/drawing/2014/main" id="{F4241A1B-651F-27EF-6648-ACC84BB65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3885" y="2068517"/>
                <a:ext cx="2682607" cy="1191203"/>
              </a:xfrm>
              <a:prstGeom prst="rect">
                <a:avLst/>
              </a:prstGeom>
            </p:spPr>
          </p:pic>
          <p:sp>
            <p:nvSpPr>
              <p:cNvPr id="134" name="矩形: 圆角 133">
                <a:extLst>
                  <a:ext uri="{FF2B5EF4-FFF2-40B4-BE49-F238E27FC236}">
                    <a16:creationId xmlns:a16="http://schemas.microsoft.com/office/drawing/2014/main" id="{56B3AAC1-3338-84EF-A130-29822AD79312}"/>
                  </a:ext>
                </a:extLst>
              </p:cNvPr>
              <p:cNvSpPr/>
              <p:nvPr/>
            </p:nvSpPr>
            <p:spPr>
              <a:xfrm>
                <a:off x="6058089" y="1898776"/>
                <a:ext cx="3238590" cy="14700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548C040C-B068-4320-2FDD-1C440D014610}"/>
                  </a:ext>
                </a:extLst>
              </p:cNvPr>
              <p:cNvSpPr txBox="1"/>
              <p:nvPr/>
            </p:nvSpPr>
            <p:spPr>
              <a:xfrm>
                <a:off x="6122487" y="1982205"/>
                <a:ext cx="10198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</a:t>
                </a:r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训练过程</a:t>
                </a:r>
              </a:p>
            </p:txBody>
          </p:sp>
          <p:grpSp>
            <p:nvGrpSpPr>
              <p:cNvPr id="195" name="组合 194">
                <a:extLst>
                  <a:ext uri="{FF2B5EF4-FFF2-40B4-BE49-F238E27FC236}">
                    <a16:creationId xmlns:a16="http://schemas.microsoft.com/office/drawing/2014/main" id="{796F808C-E19A-9DCA-B4E6-E83BCA32898A}"/>
                  </a:ext>
                </a:extLst>
              </p:cNvPr>
              <p:cNvGrpSpPr/>
              <p:nvPr/>
            </p:nvGrpSpPr>
            <p:grpSpPr>
              <a:xfrm>
                <a:off x="5805406" y="2405399"/>
                <a:ext cx="574513" cy="600187"/>
                <a:chOff x="3145809" y="941695"/>
                <a:chExt cx="1116857" cy="1132763"/>
              </a:xfrm>
            </p:grpSpPr>
            <p:sp>
              <p:nvSpPr>
                <p:cNvPr id="196" name="立方体 195">
                  <a:extLst>
                    <a:ext uri="{FF2B5EF4-FFF2-40B4-BE49-F238E27FC236}">
                      <a16:creationId xmlns:a16="http://schemas.microsoft.com/office/drawing/2014/main" id="{6EF47C33-E026-1E9C-95AF-CF00F55BA9AE}"/>
                    </a:ext>
                  </a:extLst>
                </p:cNvPr>
                <p:cNvSpPr/>
                <p:nvPr/>
              </p:nvSpPr>
              <p:spPr>
                <a:xfrm>
                  <a:off x="3145809" y="941695"/>
                  <a:ext cx="866633" cy="1132763"/>
                </a:xfrm>
                <a:prstGeom prst="cube">
                  <a:avLst>
                    <a:gd name="adj" fmla="val 47253"/>
                  </a:avLst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7" name="圆柱体 196">
                  <a:extLst>
                    <a:ext uri="{FF2B5EF4-FFF2-40B4-BE49-F238E27FC236}">
                      <a16:creationId xmlns:a16="http://schemas.microsoft.com/office/drawing/2014/main" id="{C0D959FE-5C05-451A-F1F6-C11B61E52B24}"/>
                    </a:ext>
                  </a:extLst>
                </p:cNvPr>
                <p:cNvSpPr/>
                <p:nvPr/>
              </p:nvSpPr>
              <p:spPr>
                <a:xfrm>
                  <a:off x="3762217" y="1433017"/>
                  <a:ext cx="500449" cy="528248"/>
                </a:xfrm>
                <a:prstGeom prst="can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98" name="直接连接符 197">
                  <a:extLst>
                    <a:ext uri="{FF2B5EF4-FFF2-40B4-BE49-F238E27FC236}">
                      <a16:creationId xmlns:a16="http://schemas.microsoft.com/office/drawing/2014/main" id="{0C12B5C0-14F5-B4F0-406F-999C6BF0A759}"/>
                    </a:ext>
                  </a:extLst>
                </p:cNvPr>
                <p:cNvCxnSpPr>
                  <a:cxnSpLocks/>
                  <a:stCxn id="196" idx="2"/>
                  <a:endCxn id="196" idx="4"/>
                </p:cNvCxnSpPr>
                <p:nvPr/>
              </p:nvCxnSpPr>
              <p:spPr>
                <a:xfrm>
                  <a:off x="3145809" y="1712832"/>
                  <a:ext cx="45712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椭圆 198">
                  <a:extLst>
                    <a:ext uri="{FF2B5EF4-FFF2-40B4-BE49-F238E27FC236}">
                      <a16:creationId xmlns:a16="http://schemas.microsoft.com/office/drawing/2014/main" id="{CC851CC7-C1A0-614F-647E-BA0002A07589}"/>
                    </a:ext>
                  </a:extLst>
                </p:cNvPr>
                <p:cNvSpPr/>
                <p:nvPr/>
              </p:nvSpPr>
              <p:spPr>
                <a:xfrm>
                  <a:off x="3762217" y="1653333"/>
                  <a:ext cx="500449" cy="118998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直接连接符 199">
                  <a:extLst>
                    <a:ext uri="{FF2B5EF4-FFF2-40B4-BE49-F238E27FC236}">
                      <a16:creationId xmlns:a16="http://schemas.microsoft.com/office/drawing/2014/main" id="{F53D6750-1013-7746-9940-D050956FE8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9779" y="1811892"/>
                  <a:ext cx="26918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直接连接符 200">
                  <a:extLst>
                    <a:ext uri="{FF2B5EF4-FFF2-40B4-BE49-F238E27FC236}">
                      <a16:creationId xmlns:a16="http://schemas.microsoft.com/office/drawing/2014/main" id="{4A1947F3-6682-407B-FA4A-FCC832A579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9779" y="1882377"/>
                  <a:ext cx="26918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接连接符 201">
                  <a:extLst>
                    <a:ext uri="{FF2B5EF4-FFF2-40B4-BE49-F238E27FC236}">
                      <a16:creationId xmlns:a16="http://schemas.microsoft.com/office/drawing/2014/main" id="{14127C7E-4B7D-021B-C97C-3E1810674B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9779" y="1961265"/>
                  <a:ext cx="26918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直接连接符 202">
                  <a:extLst>
                    <a:ext uri="{FF2B5EF4-FFF2-40B4-BE49-F238E27FC236}">
                      <a16:creationId xmlns:a16="http://schemas.microsoft.com/office/drawing/2014/main" id="{E4E993E6-DF82-C587-0446-B809E7E720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44210" y="1429990"/>
                  <a:ext cx="127586" cy="30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69" name="组合 268">
              <a:extLst>
                <a:ext uri="{FF2B5EF4-FFF2-40B4-BE49-F238E27FC236}">
                  <a16:creationId xmlns:a16="http://schemas.microsoft.com/office/drawing/2014/main" id="{DB0598D8-2D5A-85B0-18CE-90F3B8687CBE}"/>
                </a:ext>
              </a:extLst>
            </p:cNvPr>
            <p:cNvGrpSpPr/>
            <p:nvPr/>
          </p:nvGrpSpPr>
          <p:grpSpPr>
            <a:xfrm>
              <a:off x="795987" y="0"/>
              <a:ext cx="2352200" cy="1671935"/>
              <a:chOff x="2805896" y="1898776"/>
              <a:chExt cx="2352200" cy="1671935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A14235B-76B6-B77B-8458-F611E36FA306}"/>
                  </a:ext>
                </a:extLst>
              </p:cNvPr>
              <p:cNvSpPr txBox="1"/>
              <p:nvPr/>
            </p:nvSpPr>
            <p:spPr>
              <a:xfrm>
                <a:off x="2895036" y="1982205"/>
                <a:ext cx="11816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</a:t>
                </a:r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数据预处理</a:t>
                </a:r>
              </a:p>
            </p:txBody>
          </p:sp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E78963E1-AEB4-60D1-321E-CC9590C1AFCA}"/>
                  </a:ext>
                </a:extLst>
              </p:cNvPr>
              <p:cNvGrpSpPr/>
              <p:nvPr/>
            </p:nvGrpSpPr>
            <p:grpSpPr>
              <a:xfrm>
                <a:off x="2838653" y="2351044"/>
                <a:ext cx="801223" cy="730158"/>
                <a:chOff x="7179760" y="632342"/>
                <a:chExt cx="2825098" cy="2478109"/>
              </a:xfrm>
            </p:grpSpPr>
            <p:pic>
              <p:nvPicPr>
                <p:cNvPr id="158" name="图片 157">
                  <a:extLst>
                    <a:ext uri="{FF2B5EF4-FFF2-40B4-BE49-F238E27FC236}">
                      <a16:creationId xmlns:a16="http://schemas.microsoft.com/office/drawing/2014/main" id="{DF2CA7BF-0BFE-D70C-AB69-39F1FF6DFD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79760" y="632342"/>
                  <a:ext cx="1811734" cy="1811733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  <a:effectLst>
                  <a:glow rad="101600">
                    <a:schemeClr val="bg1">
                      <a:alpha val="60000"/>
                    </a:schemeClr>
                  </a:glow>
                </a:effectLst>
                <a:scene3d>
                  <a:camera prst="isometricRightUp"/>
                  <a:lightRig rig="threePt" dir="t"/>
                </a:scene3d>
              </p:spPr>
            </p:pic>
            <p:pic>
              <p:nvPicPr>
                <p:cNvPr id="159" name="图片 158">
                  <a:extLst>
                    <a:ext uri="{FF2B5EF4-FFF2-40B4-BE49-F238E27FC236}">
                      <a16:creationId xmlns:a16="http://schemas.microsoft.com/office/drawing/2014/main" id="{FA82E363-F324-B13D-2D84-4FB09D8B06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93124" y="1298719"/>
                  <a:ext cx="1811734" cy="1811732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  <a:effectLst>
                  <a:glow rad="101600">
                    <a:schemeClr val="bg1">
                      <a:alpha val="60000"/>
                    </a:schemeClr>
                  </a:glow>
                </a:effectLst>
                <a:scene3d>
                  <a:camera prst="isometricRightUp"/>
                  <a:lightRig rig="threePt" dir="t"/>
                </a:scene3d>
              </p:spPr>
            </p:pic>
          </p:grpSp>
          <p:sp>
            <p:nvSpPr>
              <p:cNvPr id="204" name="矩形: 圆角 203">
                <a:extLst>
                  <a:ext uri="{FF2B5EF4-FFF2-40B4-BE49-F238E27FC236}">
                    <a16:creationId xmlns:a16="http://schemas.microsoft.com/office/drawing/2014/main" id="{C64E641C-26D6-605A-3325-600819FF0553}"/>
                  </a:ext>
                </a:extLst>
              </p:cNvPr>
              <p:cNvSpPr/>
              <p:nvPr/>
            </p:nvSpPr>
            <p:spPr>
              <a:xfrm>
                <a:off x="2805896" y="1898776"/>
                <a:ext cx="2123755" cy="1470030"/>
              </a:xfrm>
              <a:prstGeom prst="roundRect">
                <a:avLst>
                  <a:gd name="adj" fmla="val 11483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49" name="图片 248">
                <a:extLst>
                  <a:ext uri="{FF2B5EF4-FFF2-40B4-BE49-F238E27FC236}">
                    <a16:creationId xmlns:a16="http://schemas.microsoft.com/office/drawing/2014/main" id="{105161C2-821F-EC71-7380-DB52F455C1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flipH="1">
                <a:off x="4504555" y="2225230"/>
                <a:ext cx="242955" cy="1020957"/>
              </a:xfrm>
              <a:prstGeom prst="rect">
                <a:avLst/>
              </a:prstGeom>
            </p:spPr>
          </p:pic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B177BCD1-8846-B79B-2D58-443A0703FD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9876" y="2698969"/>
                <a:ext cx="3612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8BD90D59-473C-CF55-2A95-3F9FE33ADD97}"/>
                  </a:ext>
                </a:extLst>
              </p:cNvPr>
              <p:cNvSpPr txBox="1"/>
              <p:nvPr/>
            </p:nvSpPr>
            <p:spPr>
              <a:xfrm>
                <a:off x="4018471" y="2320211"/>
                <a:ext cx="4958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振幅编码</a:t>
                </a: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角度参数</a:t>
                </a:r>
              </a:p>
            </p:txBody>
          </p:sp>
          <p:sp>
            <p:nvSpPr>
              <p:cNvPr id="255" name="箭头: 右 254">
                <a:extLst>
                  <a:ext uri="{FF2B5EF4-FFF2-40B4-BE49-F238E27FC236}">
                    <a16:creationId xmlns:a16="http://schemas.microsoft.com/office/drawing/2014/main" id="{3C430DCE-4203-4676-004F-86399B1CBD4D}"/>
                  </a:ext>
                </a:extLst>
              </p:cNvPr>
              <p:cNvSpPr/>
              <p:nvPr/>
            </p:nvSpPr>
            <p:spPr>
              <a:xfrm>
                <a:off x="4807144" y="2620584"/>
                <a:ext cx="350952" cy="169816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6" name="箭头: 右 255">
                <a:extLst>
                  <a:ext uri="{FF2B5EF4-FFF2-40B4-BE49-F238E27FC236}">
                    <a16:creationId xmlns:a16="http://schemas.microsoft.com/office/drawing/2014/main" id="{529B469B-7136-BE0B-642A-FD6CB923CF64}"/>
                  </a:ext>
                </a:extLst>
              </p:cNvPr>
              <p:cNvSpPr/>
              <p:nvPr/>
            </p:nvSpPr>
            <p:spPr>
              <a:xfrm rot="5400000">
                <a:off x="3259155" y="3353603"/>
                <a:ext cx="264401" cy="169816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4" name="文本框 263">
              <a:extLst>
                <a:ext uri="{FF2B5EF4-FFF2-40B4-BE49-F238E27FC236}">
                  <a16:creationId xmlns:a16="http://schemas.microsoft.com/office/drawing/2014/main" id="{3220F921-A444-2C09-7287-B7C2D360F566}"/>
                </a:ext>
              </a:extLst>
            </p:cNvPr>
            <p:cNvSpPr txBox="1"/>
            <p:nvPr/>
          </p:nvSpPr>
          <p:spPr>
            <a:xfrm>
              <a:off x="1246298" y="3070963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编码与加密</a:t>
              </a:r>
            </a:p>
          </p:txBody>
        </p:sp>
        <p:sp>
          <p:nvSpPr>
            <p:cNvPr id="265" name="文本框 264">
              <a:extLst>
                <a:ext uri="{FF2B5EF4-FFF2-40B4-BE49-F238E27FC236}">
                  <a16:creationId xmlns:a16="http://schemas.microsoft.com/office/drawing/2014/main" id="{5BBAB0BA-D45A-DAB8-4D51-AA5BC57F0660}"/>
                </a:ext>
              </a:extLst>
            </p:cNvPr>
            <p:cNvSpPr txBox="1"/>
            <p:nvPr/>
          </p:nvSpPr>
          <p:spPr>
            <a:xfrm>
              <a:off x="3477823" y="3070963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同态拟设</a:t>
              </a:r>
            </a:p>
          </p:txBody>
        </p: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7091D70B-5719-D83D-CC7C-48EEB5133F14}"/>
                </a:ext>
              </a:extLst>
            </p:cNvPr>
            <p:cNvSpPr txBox="1"/>
            <p:nvPr/>
          </p:nvSpPr>
          <p:spPr>
            <a:xfrm>
              <a:off x="5457927" y="3063184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解密与测量</a:t>
              </a:r>
            </a:p>
          </p:txBody>
        </p:sp>
        <p:pic>
          <p:nvPicPr>
            <p:cNvPr id="267" name="图片 266">
              <a:extLst>
                <a:ext uri="{FF2B5EF4-FFF2-40B4-BE49-F238E27FC236}">
                  <a16:creationId xmlns:a16="http://schemas.microsoft.com/office/drawing/2014/main" id="{C843468C-FDBF-9749-2DC1-E7542ABBC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79400" y="2092603"/>
              <a:ext cx="854104" cy="908249"/>
            </a:xfrm>
            <a:prstGeom prst="rect">
              <a:avLst/>
            </a:prstGeom>
          </p:spPr>
        </p:pic>
        <p:pic>
          <p:nvPicPr>
            <p:cNvPr id="268" name="图片 267">
              <a:extLst>
                <a:ext uri="{FF2B5EF4-FFF2-40B4-BE49-F238E27FC236}">
                  <a16:creationId xmlns:a16="http://schemas.microsoft.com/office/drawing/2014/main" id="{301F4E68-FDCF-9295-3419-6C8AD06F8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52659" y="2047937"/>
              <a:ext cx="831546" cy="908250"/>
            </a:xfrm>
            <a:prstGeom prst="rect">
              <a:avLst/>
            </a:prstGeom>
          </p:spPr>
        </p:pic>
        <p:sp>
          <p:nvSpPr>
            <p:cNvPr id="2" name="箭头: 右 1">
              <a:extLst>
                <a:ext uri="{FF2B5EF4-FFF2-40B4-BE49-F238E27FC236}">
                  <a16:creationId xmlns:a16="http://schemas.microsoft.com/office/drawing/2014/main" id="{9316E56E-12C8-6773-AD00-847FF0B6C496}"/>
                </a:ext>
              </a:extLst>
            </p:cNvPr>
            <p:cNvSpPr/>
            <p:nvPr/>
          </p:nvSpPr>
          <p:spPr>
            <a:xfrm>
              <a:off x="2426330" y="2425016"/>
              <a:ext cx="350952" cy="169816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24EDA721-3C17-EF66-D923-45CC8CCCB2A5}"/>
                </a:ext>
              </a:extLst>
            </p:cNvPr>
            <p:cNvSpPr/>
            <p:nvPr/>
          </p:nvSpPr>
          <p:spPr>
            <a:xfrm>
              <a:off x="4541282" y="2425016"/>
              <a:ext cx="350952" cy="169816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C86FDBC-B68F-BB31-D4D1-F3FCC73E533A}"/>
                </a:ext>
              </a:extLst>
            </p:cNvPr>
            <p:cNvSpPr txBox="1"/>
            <p:nvPr/>
          </p:nvSpPr>
          <p:spPr>
            <a:xfrm>
              <a:off x="4455018" y="194342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密钥更新</a:t>
              </a:r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915016C-CBD9-1056-0FE2-BE8DE4B28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16526" y="2048066"/>
              <a:ext cx="880880" cy="982800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BC29176-B5E5-FFFC-38DD-F2E8A00A0ACF}"/>
                </a:ext>
              </a:extLst>
            </p:cNvPr>
            <p:cNvSpPr txBox="1"/>
            <p:nvPr/>
          </p:nvSpPr>
          <p:spPr>
            <a:xfrm>
              <a:off x="2336679" y="1940170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参数更新</a:t>
              </a:r>
            </a:p>
          </p:txBody>
        </p:sp>
      </p:grp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D51184A-AAA7-94C1-E210-1CF87C22AF71}"/>
              </a:ext>
            </a:extLst>
          </p:cNvPr>
          <p:cNvSpPr/>
          <p:nvPr/>
        </p:nvSpPr>
        <p:spPr>
          <a:xfrm>
            <a:off x="10447322" y="343328"/>
            <a:ext cx="1351298" cy="31699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2824FB0-5C1B-804A-3AE0-A3BC79EFA243}"/>
              </a:ext>
            </a:extLst>
          </p:cNvPr>
          <p:cNvSpPr/>
          <p:nvPr/>
        </p:nvSpPr>
        <p:spPr>
          <a:xfrm>
            <a:off x="7826600" y="343327"/>
            <a:ext cx="2517071" cy="316991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CEEF43B-6B54-C898-0CDF-C8EA9E3E5F83}"/>
              </a:ext>
            </a:extLst>
          </p:cNvPr>
          <p:cNvGrpSpPr/>
          <p:nvPr/>
        </p:nvGrpSpPr>
        <p:grpSpPr>
          <a:xfrm>
            <a:off x="7685689" y="774271"/>
            <a:ext cx="3168043" cy="2173188"/>
            <a:chOff x="1742799" y="1417756"/>
            <a:chExt cx="5166000" cy="2173188"/>
          </a:xfrm>
        </p:grpSpPr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913C5B82-B6B9-99F3-B9B8-7AD98B38A5E4}"/>
                </a:ext>
              </a:extLst>
            </p:cNvPr>
            <p:cNvCxnSpPr>
              <a:cxnSpLocks/>
            </p:cNvCxnSpPr>
            <p:nvPr/>
          </p:nvCxnSpPr>
          <p:spPr>
            <a:xfrm>
              <a:off x="1742799" y="1417756"/>
              <a:ext cx="5166000" cy="231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C96B9288-44D4-6E7A-0FB9-F07C6F699E6F}"/>
                </a:ext>
              </a:extLst>
            </p:cNvPr>
            <p:cNvCxnSpPr>
              <a:cxnSpLocks/>
            </p:cNvCxnSpPr>
            <p:nvPr/>
          </p:nvCxnSpPr>
          <p:spPr>
            <a:xfrm>
              <a:off x="1742799" y="2515930"/>
              <a:ext cx="516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0A07CA7-D2A2-8078-CFA9-34B04C5282F8}"/>
                </a:ext>
              </a:extLst>
            </p:cNvPr>
            <p:cNvCxnSpPr>
              <a:cxnSpLocks/>
            </p:cNvCxnSpPr>
            <p:nvPr/>
          </p:nvCxnSpPr>
          <p:spPr>
            <a:xfrm>
              <a:off x="1742799" y="3590944"/>
              <a:ext cx="516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DE6EC4B-55A0-2978-C652-D46A48919D54}"/>
              </a:ext>
            </a:extLst>
          </p:cNvPr>
          <p:cNvGrpSpPr/>
          <p:nvPr/>
        </p:nvGrpSpPr>
        <p:grpSpPr>
          <a:xfrm>
            <a:off x="10853732" y="622588"/>
            <a:ext cx="644776" cy="558343"/>
            <a:chOff x="8304914" y="5345671"/>
            <a:chExt cx="985949" cy="768733"/>
          </a:xfrm>
          <a:noFill/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CAED063-F178-E2C3-E13C-DE1807EC9204}"/>
                </a:ext>
              </a:extLst>
            </p:cNvPr>
            <p:cNvSpPr/>
            <p:nvPr/>
          </p:nvSpPr>
          <p:spPr>
            <a:xfrm>
              <a:off x="8304914" y="5345671"/>
              <a:ext cx="985949" cy="63404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46B37854-42C9-82C5-1BC2-E1165D8061EE}"/>
                </a:ext>
              </a:extLst>
            </p:cNvPr>
            <p:cNvSpPr/>
            <p:nvPr/>
          </p:nvSpPr>
          <p:spPr>
            <a:xfrm rot="16200000">
              <a:off x="8553694" y="5513436"/>
              <a:ext cx="560697" cy="641239"/>
            </a:xfrm>
            <a:prstGeom prst="arc">
              <a:avLst>
                <a:gd name="adj1" fmla="val 16200000"/>
                <a:gd name="adj2" fmla="val 5299938"/>
              </a:avLst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9825E8D6-D666-C379-BBAC-BDEFB88CD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9368" y="5398755"/>
              <a:ext cx="322487" cy="447418"/>
            </a:xfrm>
            <a:prstGeom prst="straightConnector1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1E58B0D-4098-1B2A-FAF2-61D3FE78D356}"/>
              </a:ext>
            </a:extLst>
          </p:cNvPr>
          <p:cNvGrpSpPr/>
          <p:nvPr/>
        </p:nvGrpSpPr>
        <p:grpSpPr>
          <a:xfrm>
            <a:off x="10853732" y="1657307"/>
            <a:ext cx="644776" cy="558343"/>
            <a:chOff x="8304914" y="5345671"/>
            <a:chExt cx="985949" cy="768733"/>
          </a:xfrm>
          <a:noFill/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4A3E76D-F5D1-3124-6807-13CFF7D6C0A8}"/>
                </a:ext>
              </a:extLst>
            </p:cNvPr>
            <p:cNvSpPr/>
            <p:nvPr/>
          </p:nvSpPr>
          <p:spPr>
            <a:xfrm>
              <a:off x="8304914" y="5345671"/>
              <a:ext cx="985949" cy="63404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弧形 34">
              <a:extLst>
                <a:ext uri="{FF2B5EF4-FFF2-40B4-BE49-F238E27FC236}">
                  <a16:creationId xmlns:a16="http://schemas.microsoft.com/office/drawing/2014/main" id="{D7E47E08-17DB-9575-B811-694EC391C071}"/>
                </a:ext>
              </a:extLst>
            </p:cNvPr>
            <p:cNvSpPr/>
            <p:nvPr/>
          </p:nvSpPr>
          <p:spPr>
            <a:xfrm rot="16200000">
              <a:off x="8553694" y="5513436"/>
              <a:ext cx="560697" cy="641239"/>
            </a:xfrm>
            <a:prstGeom prst="arc">
              <a:avLst>
                <a:gd name="adj1" fmla="val 16200000"/>
                <a:gd name="adj2" fmla="val 5299938"/>
              </a:avLst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6683CA5F-60DF-B4B3-BA73-98879EE554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9368" y="5398755"/>
              <a:ext cx="322487" cy="447418"/>
            </a:xfrm>
            <a:prstGeom prst="straightConnector1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E45D088-8B52-132D-CB9C-D7F433349C94}"/>
              </a:ext>
            </a:extLst>
          </p:cNvPr>
          <p:cNvGrpSpPr/>
          <p:nvPr/>
        </p:nvGrpSpPr>
        <p:grpSpPr>
          <a:xfrm>
            <a:off x="10853732" y="2692026"/>
            <a:ext cx="644776" cy="558343"/>
            <a:chOff x="8304914" y="5345671"/>
            <a:chExt cx="985949" cy="768733"/>
          </a:xfrm>
          <a:noFill/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49CE073-9484-D70C-C6D1-48F2AE529312}"/>
                </a:ext>
              </a:extLst>
            </p:cNvPr>
            <p:cNvSpPr/>
            <p:nvPr/>
          </p:nvSpPr>
          <p:spPr>
            <a:xfrm>
              <a:off x="8304914" y="5345671"/>
              <a:ext cx="985949" cy="63404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弧形 31">
              <a:extLst>
                <a:ext uri="{FF2B5EF4-FFF2-40B4-BE49-F238E27FC236}">
                  <a16:creationId xmlns:a16="http://schemas.microsoft.com/office/drawing/2014/main" id="{2E7AB4A1-A6BC-E7F2-141E-1A13C25501D3}"/>
                </a:ext>
              </a:extLst>
            </p:cNvPr>
            <p:cNvSpPr/>
            <p:nvPr/>
          </p:nvSpPr>
          <p:spPr>
            <a:xfrm rot="16200000">
              <a:off x="8553694" y="5513436"/>
              <a:ext cx="560697" cy="641239"/>
            </a:xfrm>
            <a:prstGeom prst="arc">
              <a:avLst>
                <a:gd name="adj1" fmla="val 16200000"/>
                <a:gd name="adj2" fmla="val 5299938"/>
              </a:avLst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6CBC280-60E7-02F3-5315-29E9F83AB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9368" y="5398755"/>
              <a:ext cx="322487" cy="447418"/>
            </a:xfrm>
            <a:prstGeom prst="straightConnector1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3B268F3-705E-830E-761A-9F1125D3BB84}"/>
                  </a:ext>
                </a:extLst>
              </p:cNvPr>
              <p:cNvSpPr/>
              <p:nvPr/>
            </p:nvSpPr>
            <p:spPr>
              <a:xfrm>
                <a:off x="8143606" y="471025"/>
                <a:ext cx="727889" cy="6632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3B268F3-705E-830E-761A-9F1125D3BB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606" y="471025"/>
                <a:ext cx="727889" cy="663286"/>
              </a:xfrm>
              <a:prstGeom prst="rect">
                <a:avLst/>
              </a:prstGeom>
              <a:blipFill>
                <a:blip r:embed="rId10"/>
                <a:stretch>
                  <a:fillRect l="-820" r="-6557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8657EFD-261C-20EC-7C6D-1DF5B3153E8B}"/>
                  </a:ext>
                </a:extLst>
              </p:cNvPr>
              <p:cNvSpPr/>
              <p:nvPr/>
            </p:nvSpPr>
            <p:spPr>
              <a:xfrm>
                <a:off x="9240390" y="1557635"/>
                <a:ext cx="727889" cy="161859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8657EFD-261C-20EC-7C6D-1DF5B315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390" y="1557635"/>
                <a:ext cx="727889" cy="1618599"/>
              </a:xfrm>
              <a:prstGeom prst="rect">
                <a:avLst/>
              </a:prstGeom>
              <a:blipFill>
                <a:blip r:embed="rId11"/>
                <a:stretch>
                  <a:fillRect l="-1639" r="-6557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1F6F190-B96A-05E7-872D-7A7F0C0A2B57}"/>
                  </a:ext>
                </a:extLst>
              </p:cNvPr>
              <p:cNvSpPr txBox="1"/>
              <p:nvPr/>
            </p:nvSpPr>
            <p:spPr>
              <a:xfrm>
                <a:off x="7106802" y="1654002"/>
                <a:ext cx="543358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1F6F190-B96A-05E7-872D-7A7F0C0A2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802" y="1654002"/>
                <a:ext cx="543358" cy="338554"/>
              </a:xfrm>
              <a:prstGeom prst="rect">
                <a:avLst/>
              </a:prstGeom>
              <a:blipFill>
                <a:blip r:embed="rId12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29191CD-FB6E-5B4E-E5A7-F9B24BF46035}"/>
                  </a:ext>
                </a:extLst>
              </p:cNvPr>
              <p:cNvSpPr txBox="1"/>
              <p:nvPr/>
            </p:nvSpPr>
            <p:spPr>
              <a:xfrm>
                <a:off x="7106802" y="582217"/>
                <a:ext cx="543358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29191CD-FB6E-5B4E-E5A7-F9B24BF46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802" y="582217"/>
                <a:ext cx="543358" cy="338554"/>
              </a:xfrm>
              <a:prstGeom prst="rect">
                <a:avLst/>
              </a:prstGeom>
              <a:blipFill>
                <a:blip r:embed="rId13"/>
                <a:stretch>
                  <a:fillRect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DB7A5B7-1734-3A65-A189-4DA6D7A11CE5}"/>
                  </a:ext>
                </a:extLst>
              </p:cNvPr>
              <p:cNvSpPr txBox="1"/>
              <p:nvPr/>
            </p:nvSpPr>
            <p:spPr>
              <a:xfrm>
                <a:off x="7106802" y="2725786"/>
                <a:ext cx="543358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DB7A5B7-1734-3A65-A189-4DA6D7A11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802" y="2725786"/>
                <a:ext cx="543358" cy="338554"/>
              </a:xfrm>
              <a:prstGeom prst="rect">
                <a:avLst/>
              </a:prstGeom>
              <a:blipFill>
                <a:blip r:embed="rId14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16655E9-6073-99D3-0D0B-2401A85A9A14}"/>
                  </a:ext>
                </a:extLst>
              </p:cNvPr>
              <p:cNvSpPr/>
              <p:nvPr/>
            </p:nvSpPr>
            <p:spPr>
              <a:xfrm>
                <a:off x="8143606" y="1556628"/>
                <a:ext cx="727889" cy="6632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16655E9-6073-99D3-0D0B-2401A85A9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606" y="1556628"/>
                <a:ext cx="727889" cy="663286"/>
              </a:xfrm>
              <a:prstGeom prst="rect">
                <a:avLst/>
              </a:prstGeom>
              <a:blipFill>
                <a:blip r:embed="rId15"/>
                <a:stretch>
                  <a:fillRect l="-1639" r="-6557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7A166704-E1D2-A04C-9814-8147F7925499}"/>
              </a:ext>
            </a:extLst>
          </p:cNvPr>
          <p:cNvGrpSpPr/>
          <p:nvPr/>
        </p:nvGrpSpPr>
        <p:grpSpPr>
          <a:xfrm>
            <a:off x="5707949" y="3526054"/>
            <a:ext cx="5508190" cy="2468749"/>
            <a:chOff x="2191434" y="1214697"/>
            <a:chExt cx="6516316" cy="3169919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E0C0B6B9-39F2-A6BD-C1F1-E85961CD7F4A}"/>
                </a:ext>
              </a:extLst>
            </p:cNvPr>
            <p:cNvSpPr/>
            <p:nvPr/>
          </p:nvSpPr>
          <p:spPr>
            <a:xfrm>
              <a:off x="7356452" y="1214698"/>
              <a:ext cx="1351298" cy="31699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88AF8D4-F178-8F67-A81A-F57687176EB9}"/>
                </a:ext>
              </a:extLst>
            </p:cNvPr>
            <p:cNvSpPr/>
            <p:nvPr/>
          </p:nvSpPr>
          <p:spPr>
            <a:xfrm>
              <a:off x="4585185" y="1214697"/>
              <a:ext cx="2517071" cy="316991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B9E72F8D-1486-2210-BB5A-08E71804DD00}"/>
                </a:ext>
              </a:extLst>
            </p:cNvPr>
            <p:cNvSpPr/>
            <p:nvPr/>
          </p:nvSpPr>
          <p:spPr>
            <a:xfrm>
              <a:off x="2962930" y="1214697"/>
              <a:ext cx="1351298" cy="31699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AEF9F2D-F4CC-FFD6-4B5D-CEB56314BE13}"/>
                </a:ext>
              </a:extLst>
            </p:cNvPr>
            <p:cNvGrpSpPr/>
            <p:nvPr/>
          </p:nvGrpSpPr>
          <p:grpSpPr>
            <a:xfrm>
              <a:off x="2770321" y="1606292"/>
              <a:ext cx="4663431" cy="2173188"/>
              <a:chOff x="1742799" y="1417756"/>
              <a:chExt cx="5166000" cy="2173188"/>
            </a:xfrm>
          </p:grpSpPr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87DBF312-A1C4-0B11-41CB-2180706E32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1417756"/>
                <a:ext cx="516600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A28B30CA-9562-D4BA-090E-D3A7D9E99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2515930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25EB1880-7D80-99AF-5DCF-B5E3005529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3590944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732A745-0B73-FB2B-1A82-0DFA997EDBF1}"/>
                </a:ext>
              </a:extLst>
            </p:cNvPr>
            <p:cNvGrpSpPr/>
            <p:nvPr/>
          </p:nvGrpSpPr>
          <p:grpSpPr>
            <a:xfrm>
              <a:off x="7762862" y="1493958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1EF27B91-1966-638E-BF27-C98D3E6EACA9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弧形 132">
                <a:extLst>
                  <a:ext uri="{FF2B5EF4-FFF2-40B4-BE49-F238E27FC236}">
                    <a16:creationId xmlns:a16="http://schemas.microsoft.com/office/drawing/2014/main" id="{D2CCB772-78B4-BD72-CB25-922B6C2C092D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85472F23-1649-4BF3-A740-D5FCB7C867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9DA19D92-4A46-4341-2CAD-7F66058BE555}"/>
                </a:ext>
              </a:extLst>
            </p:cNvPr>
            <p:cNvGrpSpPr/>
            <p:nvPr/>
          </p:nvGrpSpPr>
          <p:grpSpPr>
            <a:xfrm>
              <a:off x="7762862" y="2528677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3EFE5A7C-DF24-E396-C402-712F47387094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弧形 128">
                <a:extLst>
                  <a:ext uri="{FF2B5EF4-FFF2-40B4-BE49-F238E27FC236}">
                    <a16:creationId xmlns:a16="http://schemas.microsoft.com/office/drawing/2014/main" id="{06C08E82-5F38-9D84-351E-737A2F625DA5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1" name="直接箭头连接符 130">
                <a:extLst>
                  <a:ext uri="{FF2B5EF4-FFF2-40B4-BE49-F238E27FC236}">
                    <a16:creationId xmlns:a16="http://schemas.microsoft.com/office/drawing/2014/main" id="{7E414985-31B6-3A38-DAA9-F5D47C8D53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7D3F49A6-C688-9717-1ED8-F2A17319A7D2}"/>
                </a:ext>
              </a:extLst>
            </p:cNvPr>
            <p:cNvGrpSpPr/>
            <p:nvPr/>
          </p:nvGrpSpPr>
          <p:grpSpPr>
            <a:xfrm>
              <a:off x="7762862" y="3563396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57080E9-D428-613A-C01B-DAB8418AA665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弧形 61">
                <a:extLst>
                  <a:ext uri="{FF2B5EF4-FFF2-40B4-BE49-F238E27FC236}">
                    <a16:creationId xmlns:a16="http://schemas.microsoft.com/office/drawing/2014/main" id="{D3EDFB0D-EA3C-F998-C06D-447338E3C32E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5466753C-756C-15DF-9513-7C5D558802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951267AA-82AC-A234-C019-815F01074CE4}"/>
                    </a:ext>
                  </a:extLst>
                </p:cNvPr>
                <p:cNvSpPr/>
                <p:nvPr/>
              </p:nvSpPr>
              <p:spPr>
                <a:xfrm>
                  <a:off x="3250468" y="1381435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C384A5EE-A775-DCFB-C6EE-E3D3AEBD65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1381435"/>
                  <a:ext cx="727127" cy="573043"/>
                </a:xfrm>
                <a:prstGeom prst="rect">
                  <a:avLst/>
                </a:prstGeom>
                <a:blipFill>
                  <a:blip r:embed="rId29"/>
                  <a:stretch>
                    <a:fillRect l="-163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606079AA-FAD3-A3B6-60BE-64AC6D66935B}"/>
                    </a:ext>
                  </a:extLst>
                </p:cNvPr>
                <p:cNvSpPr/>
                <p:nvPr/>
              </p:nvSpPr>
              <p:spPr>
                <a:xfrm>
                  <a:off x="3250468" y="3474561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057320C6-8A04-01A9-3C52-64A8286A5B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3474561"/>
                  <a:ext cx="727127" cy="573043"/>
                </a:xfrm>
                <a:prstGeom prst="rect">
                  <a:avLst/>
                </a:prstGeom>
                <a:blipFill>
                  <a:blip r:embed="rId30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E1902B79-7612-A4CE-DC83-57E35D2C22E9}"/>
                    </a:ext>
                  </a:extLst>
                </p:cNvPr>
                <p:cNvSpPr/>
                <p:nvPr/>
              </p:nvSpPr>
              <p:spPr>
                <a:xfrm>
                  <a:off x="3250468" y="2427998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F12AAB28-C23D-C9DD-1ABE-E098EBEB14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468" y="2427998"/>
                  <a:ext cx="727127" cy="573043"/>
                </a:xfrm>
                <a:prstGeom prst="rect">
                  <a:avLst/>
                </a:prstGeom>
                <a:blipFill>
                  <a:blip r:embed="rId31"/>
                  <a:stretch>
                    <a:fillRect l="-1639" r="-819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A2C5D32C-A443-7727-CD40-24A50D82CE60}"/>
                    </a:ext>
                  </a:extLst>
                </p:cNvPr>
                <p:cNvSpPr/>
                <p:nvPr/>
              </p:nvSpPr>
              <p:spPr>
                <a:xfrm>
                  <a:off x="4902191" y="1342395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823EEA65-660F-F7BA-FD77-01EAAAF36D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91" y="1342395"/>
                  <a:ext cx="727889" cy="663286"/>
                </a:xfrm>
                <a:prstGeom prst="rect">
                  <a:avLst/>
                </a:prstGeom>
                <a:blipFill>
                  <a:blip r:embed="rId32"/>
                  <a:stretch>
                    <a:fillRect l="-9615" r="-16346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9C470E7A-90FB-5042-271C-94028C53282E}"/>
                    </a:ext>
                  </a:extLst>
                </p:cNvPr>
                <p:cNvSpPr/>
                <p:nvPr/>
              </p:nvSpPr>
              <p:spPr>
                <a:xfrm>
                  <a:off x="5998975" y="2429005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80E76393-6F30-A66F-8B1F-20CF96A940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975" y="2429005"/>
                  <a:ext cx="727889" cy="1618599"/>
                </a:xfrm>
                <a:prstGeom prst="rect">
                  <a:avLst/>
                </a:prstGeom>
                <a:blipFill>
                  <a:blip r:embed="rId33"/>
                  <a:stretch>
                    <a:fillRect l="-9615" r="-17308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53B19569-14FD-3A04-D4DA-DDAF370BCB07}"/>
                    </a:ext>
                  </a:extLst>
                </p:cNvPr>
                <p:cNvSpPr txBox="1"/>
                <p:nvPr/>
              </p:nvSpPr>
              <p:spPr>
                <a:xfrm>
                  <a:off x="2191434" y="2486023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07E7E52-D661-F597-6A0C-B1A63B8AD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2486023"/>
                  <a:ext cx="543358" cy="338554"/>
                </a:xfrm>
                <a:prstGeom prst="rect">
                  <a:avLst/>
                </a:prstGeom>
                <a:blipFill>
                  <a:blip r:embed="rId34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D9A1A390-1AEF-7ACE-170B-7ED7F5B57326}"/>
                    </a:ext>
                  </a:extLst>
                </p:cNvPr>
                <p:cNvSpPr txBox="1"/>
                <p:nvPr/>
              </p:nvSpPr>
              <p:spPr>
                <a:xfrm>
                  <a:off x="2191434" y="1414238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0FFF9B0-F375-3325-F6FB-F52DC0775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1414238"/>
                  <a:ext cx="543358" cy="338554"/>
                </a:xfrm>
                <a:prstGeom prst="rect">
                  <a:avLst/>
                </a:prstGeom>
                <a:blipFill>
                  <a:blip r:embed="rId35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536C9926-B8E2-223D-2A12-EE586BD0DC75}"/>
                    </a:ext>
                  </a:extLst>
                </p:cNvPr>
                <p:cNvSpPr txBox="1"/>
                <p:nvPr/>
              </p:nvSpPr>
              <p:spPr>
                <a:xfrm>
                  <a:off x="2191434" y="3557807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EEBBD5B-3B1B-E93F-F3A1-622EFBC66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34" y="3557807"/>
                  <a:ext cx="543358" cy="338554"/>
                </a:xfrm>
                <a:prstGeom prst="rect">
                  <a:avLst/>
                </a:prstGeom>
                <a:blipFill>
                  <a:blip r:embed="rId36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A2734599-D080-0F35-3C37-D72C20A86894}"/>
                    </a:ext>
                  </a:extLst>
                </p:cNvPr>
                <p:cNvSpPr/>
                <p:nvPr/>
              </p:nvSpPr>
              <p:spPr>
                <a:xfrm>
                  <a:off x="4902191" y="2427998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0BA0A970-2032-6599-8036-27F4DDAA72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91" y="2427998"/>
                  <a:ext cx="727889" cy="663286"/>
                </a:xfrm>
                <a:prstGeom prst="rect">
                  <a:avLst/>
                </a:prstGeom>
                <a:blipFill>
                  <a:blip r:embed="rId37"/>
                  <a:stretch>
                    <a:fillRect l="-9615" r="-17308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1753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D4C2D17-6DAA-900A-2535-AE69B89FE20B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E0D556B-662F-4107-5642-D88AC102337E}"/>
              </a:ext>
            </a:extLst>
          </p:cNvPr>
          <p:cNvGrpSpPr/>
          <p:nvPr/>
        </p:nvGrpSpPr>
        <p:grpSpPr>
          <a:xfrm>
            <a:off x="1093234" y="1375442"/>
            <a:ext cx="6092955" cy="5058351"/>
            <a:chOff x="1093234" y="1375442"/>
            <a:chExt cx="6092955" cy="5058351"/>
          </a:xfrm>
        </p:grpSpPr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D3CA4302-B320-A666-0BC7-179E4F4576FB}"/>
                </a:ext>
              </a:extLst>
            </p:cNvPr>
            <p:cNvSpPr txBox="1"/>
            <p:nvPr/>
          </p:nvSpPr>
          <p:spPr>
            <a:xfrm>
              <a:off x="1290528" y="3989365"/>
              <a:ext cx="9925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③ 本地更新</a:t>
              </a:r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126176F7-5467-D248-40D2-EDDF7FE1C90C}"/>
                </a:ext>
              </a:extLst>
            </p:cNvPr>
            <p:cNvSpPr/>
            <p:nvPr/>
          </p:nvSpPr>
          <p:spPr>
            <a:xfrm>
              <a:off x="1309782" y="3968581"/>
              <a:ext cx="5876407" cy="1137686"/>
            </a:xfrm>
            <a:prstGeom prst="roundRect">
              <a:avLst>
                <a:gd name="adj" fmla="val 879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56B3AAC1-3338-84EF-A130-29822AD79312}"/>
                </a:ext>
              </a:extLst>
            </p:cNvPr>
            <p:cNvSpPr/>
            <p:nvPr/>
          </p:nvSpPr>
          <p:spPr>
            <a:xfrm>
              <a:off x="2238538" y="1420233"/>
              <a:ext cx="3729445" cy="2178983"/>
            </a:xfrm>
            <a:prstGeom prst="roundRect">
              <a:avLst>
                <a:gd name="adj" fmla="val 1127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548C040C-B068-4320-2FDD-1C440D014610}"/>
                </a:ext>
              </a:extLst>
            </p:cNvPr>
            <p:cNvSpPr txBox="1"/>
            <p:nvPr/>
          </p:nvSpPr>
          <p:spPr>
            <a:xfrm>
              <a:off x="2353288" y="1438657"/>
              <a:ext cx="1018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⑥ 全局更新</a:t>
              </a:r>
            </a:p>
          </p:txBody>
        </p: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796F808C-E19A-9DCA-B4E6-E83BCA32898A}"/>
                </a:ext>
              </a:extLst>
            </p:cNvPr>
            <p:cNvGrpSpPr/>
            <p:nvPr/>
          </p:nvGrpSpPr>
          <p:grpSpPr>
            <a:xfrm>
              <a:off x="1998692" y="2165613"/>
              <a:ext cx="574513" cy="600187"/>
              <a:chOff x="3145809" y="941695"/>
              <a:chExt cx="1116857" cy="1132763"/>
            </a:xfrm>
          </p:grpSpPr>
          <p:sp>
            <p:nvSpPr>
              <p:cNvPr id="196" name="立方体 195">
                <a:extLst>
                  <a:ext uri="{FF2B5EF4-FFF2-40B4-BE49-F238E27FC236}">
                    <a16:creationId xmlns:a16="http://schemas.microsoft.com/office/drawing/2014/main" id="{6EF47C33-E026-1E9C-95AF-CF00F55BA9AE}"/>
                  </a:ext>
                </a:extLst>
              </p:cNvPr>
              <p:cNvSpPr/>
              <p:nvPr/>
            </p:nvSpPr>
            <p:spPr>
              <a:xfrm>
                <a:off x="3145809" y="941695"/>
                <a:ext cx="866633" cy="1132763"/>
              </a:xfrm>
              <a:prstGeom prst="cube">
                <a:avLst>
                  <a:gd name="adj" fmla="val 47253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7" name="圆柱体 196">
                <a:extLst>
                  <a:ext uri="{FF2B5EF4-FFF2-40B4-BE49-F238E27FC236}">
                    <a16:creationId xmlns:a16="http://schemas.microsoft.com/office/drawing/2014/main" id="{C0D959FE-5C05-451A-F1F6-C11B61E52B24}"/>
                  </a:ext>
                </a:extLst>
              </p:cNvPr>
              <p:cNvSpPr/>
              <p:nvPr/>
            </p:nvSpPr>
            <p:spPr>
              <a:xfrm>
                <a:off x="3762217" y="1433017"/>
                <a:ext cx="500449" cy="528248"/>
              </a:xfrm>
              <a:prstGeom prst="can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8" name="直接连接符 197">
                <a:extLst>
                  <a:ext uri="{FF2B5EF4-FFF2-40B4-BE49-F238E27FC236}">
                    <a16:creationId xmlns:a16="http://schemas.microsoft.com/office/drawing/2014/main" id="{0C12B5C0-14F5-B4F0-406F-999C6BF0A759}"/>
                  </a:ext>
                </a:extLst>
              </p:cNvPr>
              <p:cNvCxnSpPr>
                <a:cxnSpLocks/>
                <a:stCxn id="196" idx="2"/>
                <a:endCxn id="196" idx="4"/>
              </p:cNvCxnSpPr>
              <p:nvPr/>
            </p:nvCxnSpPr>
            <p:spPr>
              <a:xfrm>
                <a:off x="3145809" y="1712832"/>
                <a:ext cx="457123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CC851CC7-C1A0-614F-647E-BA0002A07589}"/>
                  </a:ext>
                </a:extLst>
              </p:cNvPr>
              <p:cNvSpPr/>
              <p:nvPr/>
            </p:nvSpPr>
            <p:spPr>
              <a:xfrm>
                <a:off x="3762217" y="1653333"/>
                <a:ext cx="500449" cy="118998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0" name="直接连接符 199">
                <a:extLst>
                  <a:ext uri="{FF2B5EF4-FFF2-40B4-BE49-F238E27FC236}">
                    <a16:creationId xmlns:a16="http://schemas.microsoft.com/office/drawing/2014/main" id="{F53D6750-1013-7746-9940-D050956FE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811892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>
                <a:extLst>
                  <a:ext uri="{FF2B5EF4-FFF2-40B4-BE49-F238E27FC236}">
                    <a16:creationId xmlns:a16="http://schemas.microsoft.com/office/drawing/2014/main" id="{4A1947F3-6682-407B-FA4A-FCC832A579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882377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>
                <a:extLst>
                  <a:ext uri="{FF2B5EF4-FFF2-40B4-BE49-F238E27FC236}">
                    <a16:creationId xmlns:a16="http://schemas.microsoft.com/office/drawing/2014/main" id="{14127C7E-4B7D-021B-C97C-3E1810674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779" y="1961265"/>
                <a:ext cx="2691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>
                <a:extLst>
                  <a:ext uri="{FF2B5EF4-FFF2-40B4-BE49-F238E27FC236}">
                    <a16:creationId xmlns:a16="http://schemas.microsoft.com/office/drawing/2014/main" id="{E4E993E6-DF82-C587-0446-B809E7E720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4210" y="1429990"/>
                <a:ext cx="127586" cy="302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9" name="组合 268">
              <a:extLst>
                <a:ext uri="{FF2B5EF4-FFF2-40B4-BE49-F238E27FC236}">
                  <a16:creationId xmlns:a16="http://schemas.microsoft.com/office/drawing/2014/main" id="{DB0598D8-2D5A-85B0-18CE-90F3B8687CBE}"/>
                </a:ext>
              </a:extLst>
            </p:cNvPr>
            <p:cNvGrpSpPr/>
            <p:nvPr/>
          </p:nvGrpSpPr>
          <p:grpSpPr>
            <a:xfrm>
              <a:off x="1306683" y="5293953"/>
              <a:ext cx="5879505" cy="1139840"/>
              <a:chOff x="2802797" y="1898776"/>
              <a:chExt cx="5879505" cy="1139840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A14235B-76B6-B77B-8458-F611E36FA306}"/>
                  </a:ext>
                </a:extLst>
              </p:cNvPr>
              <p:cNvSpPr txBox="1"/>
              <p:nvPr/>
            </p:nvSpPr>
            <p:spPr>
              <a:xfrm>
                <a:off x="2802797" y="1927517"/>
                <a:ext cx="11816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① 数据集划分</a:t>
                </a:r>
              </a:p>
            </p:txBody>
          </p:sp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E78963E1-AEB4-60D1-321E-CC9590C1AFCA}"/>
                  </a:ext>
                </a:extLst>
              </p:cNvPr>
              <p:cNvGrpSpPr/>
              <p:nvPr/>
            </p:nvGrpSpPr>
            <p:grpSpPr>
              <a:xfrm>
                <a:off x="3185742" y="2259910"/>
                <a:ext cx="856867" cy="597330"/>
                <a:chOff x="8403586" y="323039"/>
                <a:chExt cx="3021297" cy="2027301"/>
              </a:xfrm>
            </p:grpSpPr>
            <p:pic>
              <p:nvPicPr>
                <p:cNvPr id="158" name="图片 157">
                  <a:extLst>
                    <a:ext uri="{FF2B5EF4-FFF2-40B4-BE49-F238E27FC236}">
                      <a16:creationId xmlns:a16="http://schemas.microsoft.com/office/drawing/2014/main" id="{DF2CA7BF-0BFE-D70C-AB69-39F1FF6DFD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03586" y="323039"/>
                  <a:ext cx="1811734" cy="1811735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  <a:effectLst>
                  <a:glow rad="101600">
                    <a:schemeClr val="bg1">
                      <a:alpha val="60000"/>
                    </a:schemeClr>
                  </a:glow>
                </a:effectLst>
                <a:scene3d>
                  <a:camera prst="isometricRightUp"/>
                  <a:lightRig rig="threePt" dir="t"/>
                </a:scene3d>
              </p:spPr>
            </p:pic>
            <p:pic>
              <p:nvPicPr>
                <p:cNvPr id="159" name="图片 158">
                  <a:extLst>
                    <a:ext uri="{FF2B5EF4-FFF2-40B4-BE49-F238E27FC236}">
                      <a16:creationId xmlns:a16="http://schemas.microsoft.com/office/drawing/2014/main" id="{FA82E363-F324-B13D-2D84-4FB09D8B06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13149" y="538605"/>
                  <a:ext cx="1811734" cy="1811735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  <a:effectLst>
                  <a:glow rad="101600">
                    <a:schemeClr val="bg1">
                      <a:alpha val="60000"/>
                    </a:schemeClr>
                  </a:glow>
                </a:effectLst>
                <a:scene3d>
                  <a:camera prst="isometricRightUp"/>
                  <a:lightRig rig="threePt" dir="t"/>
                </a:scene3d>
              </p:spPr>
            </p:pic>
          </p:grpSp>
          <p:sp>
            <p:nvSpPr>
              <p:cNvPr id="204" name="矩形: 圆角 203">
                <a:extLst>
                  <a:ext uri="{FF2B5EF4-FFF2-40B4-BE49-F238E27FC236}">
                    <a16:creationId xmlns:a16="http://schemas.microsoft.com/office/drawing/2014/main" id="{C64E641C-26D6-605A-3325-600819FF0553}"/>
                  </a:ext>
                </a:extLst>
              </p:cNvPr>
              <p:cNvSpPr/>
              <p:nvPr/>
            </p:nvSpPr>
            <p:spPr>
              <a:xfrm>
                <a:off x="2805896" y="1898776"/>
                <a:ext cx="5876406" cy="1139840"/>
              </a:xfrm>
              <a:prstGeom prst="roundRect">
                <a:avLst>
                  <a:gd name="adj" fmla="val 11483"/>
                </a:avLst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9A02602-B348-6D5C-9215-6F73AE6AD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2903" y="5648776"/>
              <a:ext cx="513824" cy="533815"/>
            </a:xfrm>
            <a:prstGeom prst="rect">
              <a:avLst/>
            </a:prstGeom>
            <a:ln>
              <a:solidFill>
                <a:schemeClr val="accent1"/>
              </a:solidFill>
            </a:ln>
            <a:effectLst>
              <a:glow rad="101600">
                <a:schemeClr val="bg1">
                  <a:alpha val="60000"/>
                </a:schemeClr>
              </a:glow>
            </a:effectLst>
            <a:scene3d>
              <a:camera prst="isometricRightUp"/>
              <a:lightRig rig="threePt" dir="t"/>
            </a:scene3d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51BA9FE-CAAB-1AA1-7DD5-E7D81D7BA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5948" y="5712291"/>
              <a:ext cx="513824" cy="533815"/>
            </a:xfrm>
            <a:prstGeom prst="rect">
              <a:avLst/>
            </a:prstGeom>
            <a:ln>
              <a:solidFill>
                <a:schemeClr val="accent1"/>
              </a:solidFill>
            </a:ln>
            <a:effectLst>
              <a:glow rad="101600">
                <a:schemeClr val="bg1">
                  <a:alpha val="60000"/>
                </a:schemeClr>
              </a:glow>
            </a:effectLst>
            <a:scene3d>
              <a:camera prst="isometricRightUp"/>
              <a:lightRig rig="threePt" dir="t"/>
            </a:scene3d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E8183F1-0D44-1C14-3280-0E2EFB23D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6937" y="5648776"/>
              <a:ext cx="513824" cy="533815"/>
            </a:xfrm>
            <a:prstGeom prst="rect">
              <a:avLst/>
            </a:prstGeom>
            <a:ln>
              <a:solidFill>
                <a:schemeClr val="accent1"/>
              </a:solidFill>
            </a:ln>
            <a:effectLst>
              <a:glow rad="101600">
                <a:schemeClr val="bg1">
                  <a:alpha val="60000"/>
                </a:schemeClr>
              </a:glow>
            </a:effectLst>
            <a:scene3d>
              <a:camera prst="isometricRightUp"/>
              <a:lightRig rig="threePt" dir="t"/>
            </a:scene3d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F728BB3-6A4D-E9CD-D51F-5895BCBB0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9982" y="5712291"/>
              <a:ext cx="513824" cy="533815"/>
            </a:xfrm>
            <a:prstGeom prst="rect">
              <a:avLst/>
            </a:prstGeom>
            <a:ln>
              <a:solidFill>
                <a:schemeClr val="accent1"/>
              </a:solidFill>
            </a:ln>
            <a:effectLst>
              <a:glow rad="101600">
                <a:schemeClr val="bg1">
                  <a:alpha val="60000"/>
                </a:schemeClr>
              </a:glow>
            </a:effectLst>
            <a:scene3d>
              <a:camera prst="isometricRightUp"/>
              <a:lightRig rig="threePt" dir="t"/>
            </a:scene3d>
          </p:spPr>
        </p:pic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E407E4F-D517-2A13-D7D6-9E0D4AB25479}"/>
                </a:ext>
              </a:extLst>
            </p:cNvPr>
            <p:cNvGrpSpPr/>
            <p:nvPr/>
          </p:nvGrpSpPr>
          <p:grpSpPr>
            <a:xfrm>
              <a:off x="1093234" y="4293422"/>
              <a:ext cx="438859" cy="600186"/>
              <a:chOff x="2722478" y="659311"/>
              <a:chExt cx="573710" cy="787350"/>
            </a:xfrm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CF3DAE96-DA41-2C5D-63BC-0D4EB96529D0}"/>
                  </a:ext>
                </a:extLst>
              </p:cNvPr>
              <p:cNvSpPr/>
              <p:nvPr/>
            </p:nvSpPr>
            <p:spPr>
              <a:xfrm rot="16200000">
                <a:off x="2796932" y="947406"/>
                <a:ext cx="424801" cy="573710"/>
              </a:xfrm>
              <a:custGeom>
                <a:avLst/>
                <a:gdLst>
                  <a:gd name="connsiteX0" fmla="*/ 0 w 642972"/>
                  <a:gd name="connsiteY0" fmla="*/ 0 h 731978"/>
                  <a:gd name="connsiteX1" fmla="*/ 125616 w 642972"/>
                  <a:gd name="connsiteY1" fmla="*/ 7158 h 731978"/>
                  <a:gd name="connsiteX2" fmla="*/ 642972 w 642972"/>
                  <a:gd name="connsiteY2" fmla="*/ 365989 h 731978"/>
                  <a:gd name="connsiteX3" fmla="*/ 125616 w 642972"/>
                  <a:gd name="connsiteY3" fmla="*/ 724820 h 731978"/>
                  <a:gd name="connsiteX4" fmla="*/ 0 w 642972"/>
                  <a:gd name="connsiteY4" fmla="*/ 731978 h 731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72" h="731978">
                    <a:moveTo>
                      <a:pt x="0" y="0"/>
                    </a:moveTo>
                    <a:lnTo>
                      <a:pt x="125616" y="7158"/>
                    </a:lnTo>
                    <a:cubicBezTo>
                      <a:pt x="420871" y="41312"/>
                      <a:pt x="642972" y="188989"/>
                      <a:pt x="642972" y="365989"/>
                    </a:cubicBezTo>
                    <a:cubicBezTo>
                      <a:pt x="642972" y="542989"/>
                      <a:pt x="420871" y="690666"/>
                      <a:pt x="125616" y="724820"/>
                    </a:cubicBezTo>
                    <a:lnTo>
                      <a:pt x="0" y="7319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流程图: 接点 13">
                <a:extLst>
                  <a:ext uri="{FF2B5EF4-FFF2-40B4-BE49-F238E27FC236}">
                    <a16:creationId xmlns:a16="http://schemas.microsoft.com/office/drawing/2014/main" id="{4079DCDC-30BF-E75A-0B44-F01D21F0AB5A}"/>
                  </a:ext>
                </a:extLst>
              </p:cNvPr>
              <p:cNvSpPr/>
              <p:nvPr/>
            </p:nvSpPr>
            <p:spPr>
              <a:xfrm>
                <a:off x="2797792" y="659311"/>
                <a:ext cx="423080" cy="424800"/>
              </a:xfrm>
              <a:prstGeom prst="flowChartConnector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432EC97-7E27-DBC2-4DAE-054CEAC0E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0624" y="4355633"/>
              <a:ext cx="1671905" cy="56860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DA0442F1-4BE1-3209-3DC8-86AB120BE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2558" y="4355633"/>
              <a:ext cx="1671905" cy="568601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83CBA0CB-B379-59AF-43DA-1AA1B34B9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64491" y="4355633"/>
              <a:ext cx="1671905" cy="568601"/>
            </a:xfrm>
            <a:prstGeom prst="rect">
              <a:avLst/>
            </a:prstGeom>
          </p:spPr>
        </p:pic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1EFA5A03-AB13-FAD4-5820-3C3B13D0C34C}"/>
                </a:ext>
              </a:extLst>
            </p:cNvPr>
            <p:cNvSpPr/>
            <p:nvPr/>
          </p:nvSpPr>
          <p:spPr>
            <a:xfrm>
              <a:off x="1992693" y="4280396"/>
              <a:ext cx="520494" cy="699706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8B4A73B4-23DA-8E14-EDD7-45C4D91F66E3}"/>
                </a:ext>
              </a:extLst>
            </p:cNvPr>
            <p:cNvSpPr/>
            <p:nvPr/>
          </p:nvSpPr>
          <p:spPr>
            <a:xfrm>
              <a:off x="3886340" y="4280396"/>
              <a:ext cx="520494" cy="699706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81F152FB-76D1-7FD3-31BA-10FA68F08A8A}"/>
                </a:ext>
              </a:extLst>
            </p:cNvPr>
            <p:cNvSpPr/>
            <p:nvPr/>
          </p:nvSpPr>
          <p:spPr>
            <a:xfrm>
              <a:off x="5766894" y="4280979"/>
              <a:ext cx="520494" cy="699706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BC0A29C8-B12D-E7C8-57B9-3A0D892F7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00513" y="1513942"/>
              <a:ext cx="1420408" cy="690937"/>
            </a:xfrm>
            <a:prstGeom prst="rect">
              <a:avLst/>
            </a:prstGeom>
          </p:spPr>
        </p:pic>
        <p:pic>
          <p:nvPicPr>
            <p:cNvPr id="132" name="图片 131">
              <a:extLst>
                <a:ext uri="{FF2B5EF4-FFF2-40B4-BE49-F238E27FC236}">
                  <a16:creationId xmlns:a16="http://schemas.microsoft.com/office/drawing/2014/main" id="{3D90046C-CE83-AE4E-C1A1-BA04180B4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03102" y="2621883"/>
              <a:ext cx="623729" cy="69589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3" name="图片 132">
              <a:extLst>
                <a:ext uri="{FF2B5EF4-FFF2-40B4-BE49-F238E27FC236}">
                  <a16:creationId xmlns:a16="http://schemas.microsoft.com/office/drawing/2014/main" id="{E6FB4345-9942-A5C9-6DC2-9936AD272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94678" y="2622673"/>
              <a:ext cx="623729" cy="69589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980B5BC6-4119-FA86-8AC3-236956D73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86253" y="2621905"/>
              <a:ext cx="623729" cy="69589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8" name="箭头: 右 137">
              <a:extLst>
                <a:ext uri="{FF2B5EF4-FFF2-40B4-BE49-F238E27FC236}">
                  <a16:creationId xmlns:a16="http://schemas.microsoft.com/office/drawing/2014/main" id="{B24C084A-1962-0423-04B5-B292D2656C6A}"/>
                </a:ext>
              </a:extLst>
            </p:cNvPr>
            <p:cNvSpPr/>
            <p:nvPr/>
          </p:nvSpPr>
          <p:spPr>
            <a:xfrm rot="18600729">
              <a:off x="2184375" y="3839615"/>
              <a:ext cx="1036734" cy="15149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箭头: 右 141">
              <a:extLst>
                <a:ext uri="{FF2B5EF4-FFF2-40B4-BE49-F238E27FC236}">
                  <a16:creationId xmlns:a16="http://schemas.microsoft.com/office/drawing/2014/main" id="{27015995-114F-1215-18D6-FD727E8E75C4}"/>
                </a:ext>
              </a:extLst>
            </p:cNvPr>
            <p:cNvSpPr/>
            <p:nvPr/>
          </p:nvSpPr>
          <p:spPr>
            <a:xfrm rot="16200000">
              <a:off x="3777198" y="3793314"/>
              <a:ext cx="768445" cy="154378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箭头: 右 142">
              <a:extLst>
                <a:ext uri="{FF2B5EF4-FFF2-40B4-BE49-F238E27FC236}">
                  <a16:creationId xmlns:a16="http://schemas.microsoft.com/office/drawing/2014/main" id="{A77EB89F-D8A2-A5CE-8037-B44A8ECB307B}"/>
                </a:ext>
              </a:extLst>
            </p:cNvPr>
            <p:cNvSpPr/>
            <p:nvPr/>
          </p:nvSpPr>
          <p:spPr>
            <a:xfrm rot="13551043">
              <a:off x="5141248" y="3791752"/>
              <a:ext cx="968739" cy="14106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410C92A6-9B59-BB92-F2B4-29B41BBCC119}"/>
                </a:ext>
              </a:extLst>
            </p:cNvPr>
            <p:cNvSpPr txBox="1"/>
            <p:nvPr/>
          </p:nvSpPr>
          <p:spPr>
            <a:xfrm>
              <a:off x="1889473" y="5043004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预处理</a:t>
              </a: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8C726B5-59ED-F1B2-7AC4-824432CCB4D0}"/>
                </a:ext>
              </a:extLst>
            </p:cNvPr>
            <p:cNvSpPr txBox="1"/>
            <p:nvPr/>
          </p:nvSpPr>
          <p:spPr>
            <a:xfrm>
              <a:off x="3760879" y="5045376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预处理</a:t>
              </a:r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7268FFD3-0BA2-E3C3-2DC5-6D9989D0989D}"/>
                </a:ext>
              </a:extLst>
            </p:cNvPr>
            <p:cNvSpPr txBox="1"/>
            <p:nvPr/>
          </p:nvSpPr>
          <p:spPr>
            <a:xfrm>
              <a:off x="5597048" y="5043004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/>
                <a:t>预处理</a:t>
              </a:r>
              <a:endParaRPr lang="zh-CN" altLang="en-US" dirty="0"/>
            </a:p>
          </p:txBody>
        </p: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09F7AA15-E12B-D599-2B2A-3197647E1BA3}"/>
                </a:ext>
              </a:extLst>
            </p:cNvPr>
            <p:cNvCxnSpPr/>
            <p:nvPr/>
          </p:nvCxnSpPr>
          <p:spPr>
            <a:xfrm flipV="1">
              <a:off x="2518955" y="3566347"/>
              <a:ext cx="634567" cy="768446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6B574077-2255-318A-A0F4-0BE5AB4B70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600" y="3506256"/>
              <a:ext cx="0" cy="74499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70AC833E-A13D-DF8D-BEE4-8AF0F354A1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0171" y="3447770"/>
              <a:ext cx="711239" cy="70014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箭头: 右 154">
              <a:extLst>
                <a:ext uri="{FF2B5EF4-FFF2-40B4-BE49-F238E27FC236}">
                  <a16:creationId xmlns:a16="http://schemas.microsoft.com/office/drawing/2014/main" id="{A79724A8-EC4C-989D-4DD9-7796881A43BB}"/>
                </a:ext>
              </a:extLst>
            </p:cNvPr>
            <p:cNvSpPr/>
            <p:nvPr/>
          </p:nvSpPr>
          <p:spPr>
            <a:xfrm rot="7800000">
              <a:off x="2035384" y="3791072"/>
              <a:ext cx="1036734" cy="159808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箭头: 右 156">
              <a:extLst>
                <a:ext uri="{FF2B5EF4-FFF2-40B4-BE49-F238E27FC236}">
                  <a16:creationId xmlns:a16="http://schemas.microsoft.com/office/drawing/2014/main" id="{31928E74-BA10-17AF-868B-04DDEF2DD979}"/>
                </a:ext>
              </a:extLst>
            </p:cNvPr>
            <p:cNvSpPr/>
            <p:nvPr/>
          </p:nvSpPr>
          <p:spPr>
            <a:xfrm rot="2760000">
              <a:off x="4997833" y="3882417"/>
              <a:ext cx="968739" cy="140601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箭头: 右 160">
              <a:extLst>
                <a:ext uri="{FF2B5EF4-FFF2-40B4-BE49-F238E27FC236}">
                  <a16:creationId xmlns:a16="http://schemas.microsoft.com/office/drawing/2014/main" id="{8E1BB310-E20E-8DC4-3A97-8AF4B08B2AA5}"/>
                </a:ext>
              </a:extLst>
            </p:cNvPr>
            <p:cNvSpPr/>
            <p:nvPr/>
          </p:nvSpPr>
          <p:spPr>
            <a:xfrm rot="5400000" flipV="1">
              <a:off x="3597200" y="3816757"/>
              <a:ext cx="768445" cy="15437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7443C9BF-07C2-5B89-79F0-87FF6F2B179C}"/>
                </a:ext>
              </a:extLst>
            </p:cNvPr>
            <p:cNvSpPr txBox="1"/>
            <p:nvPr/>
          </p:nvSpPr>
          <p:spPr>
            <a:xfrm>
              <a:off x="5077376" y="4429815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940A09E-678F-506A-FDCC-A4BA3E4955DA}"/>
                </a:ext>
              </a:extLst>
            </p:cNvPr>
            <p:cNvSpPr txBox="1"/>
            <p:nvPr/>
          </p:nvSpPr>
          <p:spPr>
            <a:xfrm>
              <a:off x="4466907" y="2748159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B435F0ED-982C-2B9E-99EA-1660EE9633E1}"/>
                </a:ext>
              </a:extLst>
            </p:cNvPr>
            <p:cNvSpPr txBox="1"/>
            <p:nvPr/>
          </p:nvSpPr>
          <p:spPr>
            <a:xfrm>
              <a:off x="4152831" y="2269065"/>
              <a:ext cx="160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⑤ 量子参数安全聚合</a:t>
              </a: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E40C006B-0B69-39E0-11AC-7B58E027B133}"/>
                </a:ext>
              </a:extLst>
            </p:cNvPr>
            <p:cNvSpPr txBox="1"/>
            <p:nvPr/>
          </p:nvSpPr>
          <p:spPr>
            <a:xfrm>
              <a:off x="6385969" y="137544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量子信道</a:t>
              </a: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4C0FB0B8-C652-B1F4-1CAE-481A7E34CB33}"/>
                </a:ext>
              </a:extLst>
            </p:cNvPr>
            <p:cNvSpPr txBox="1"/>
            <p:nvPr/>
          </p:nvSpPr>
          <p:spPr>
            <a:xfrm>
              <a:off x="6385968" y="1768178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经典信道</a:t>
              </a:r>
            </a:p>
          </p:txBody>
        </p: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B9AA0A1E-72DE-8D31-767F-E483D46FB2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2" y="1935697"/>
              <a:ext cx="316778" cy="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箭头: 右 168">
              <a:extLst>
                <a:ext uri="{FF2B5EF4-FFF2-40B4-BE49-F238E27FC236}">
                  <a16:creationId xmlns:a16="http://schemas.microsoft.com/office/drawing/2014/main" id="{73B25990-EBDD-8EAB-102C-FC417AE663BD}"/>
                </a:ext>
              </a:extLst>
            </p:cNvPr>
            <p:cNvSpPr/>
            <p:nvPr/>
          </p:nvSpPr>
          <p:spPr>
            <a:xfrm rot="108000000">
              <a:off x="6096000" y="1448949"/>
              <a:ext cx="289968" cy="154378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B9EDFEE2-829F-72D9-9A64-2FC4FC04B06A}"/>
                </a:ext>
              </a:extLst>
            </p:cNvPr>
            <p:cNvCxnSpPr>
              <a:cxnSpLocks/>
              <a:stCxn id="133" idx="0"/>
              <a:endCxn id="26" idx="2"/>
            </p:cNvCxnSpPr>
            <p:nvPr/>
          </p:nvCxnSpPr>
          <p:spPr>
            <a:xfrm flipV="1">
              <a:off x="4106543" y="2204879"/>
              <a:ext cx="4174" cy="41779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D0B9225D-31CF-3295-D986-248B949826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7306" y="4942383"/>
              <a:ext cx="0" cy="37762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40DF57BA-B5E4-B426-CB80-1441FB81F0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1660" y="4916333"/>
              <a:ext cx="0" cy="40367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FA336F36-62EA-5057-098D-C89F478ABE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7048" y="4924234"/>
              <a:ext cx="0" cy="39576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3A391C1B-46E3-BF50-12CF-8C61ADF17334}"/>
                </a:ext>
              </a:extLst>
            </p:cNvPr>
            <p:cNvSpPr txBox="1"/>
            <p:nvPr/>
          </p:nvSpPr>
          <p:spPr>
            <a:xfrm>
              <a:off x="1427300" y="3627957"/>
              <a:ext cx="9925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② 参数下发</a:t>
              </a:r>
              <a:endParaRPr lang="en-US" altLang="zh-CN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B804AD7-08B0-32C8-09B7-B650DE98C3E3}"/>
                </a:ext>
              </a:extLst>
            </p:cNvPr>
            <p:cNvSpPr txBox="1"/>
            <p:nvPr/>
          </p:nvSpPr>
          <p:spPr>
            <a:xfrm>
              <a:off x="2984240" y="3640487"/>
              <a:ext cx="9925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④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参数上传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478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F942-DB66-67F5-E4B7-F29CE50F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89FA303-6DF2-F77D-12C7-64E403674720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57E7234-66BA-85F4-012F-C098DFB98903}"/>
              </a:ext>
            </a:extLst>
          </p:cNvPr>
          <p:cNvCxnSpPr>
            <a:cxnSpLocks/>
          </p:cNvCxnSpPr>
          <p:nvPr/>
        </p:nvCxnSpPr>
        <p:spPr>
          <a:xfrm>
            <a:off x="1158422" y="367573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52CE6C5E-26A0-BF2E-C1C1-B8959D05FC92}"/>
              </a:ext>
            </a:extLst>
          </p:cNvPr>
          <p:cNvGrpSpPr/>
          <p:nvPr/>
        </p:nvGrpSpPr>
        <p:grpSpPr>
          <a:xfrm>
            <a:off x="706997" y="361152"/>
            <a:ext cx="10651478" cy="2866816"/>
            <a:chOff x="706996" y="361152"/>
            <a:chExt cx="10810857" cy="2866816"/>
          </a:xfrm>
        </p:grpSpPr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68489FD7-1129-B4B7-D51C-5102C6291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996" y="361152"/>
              <a:ext cx="10753691" cy="128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AF38042A-99D8-387B-3387-6610D19BB76A}"/>
                </a:ext>
              </a:extLst>
            </p:cNvPr>
            <p:cNvCxnSpPr>
              <a:cxnSpLocks/>
            </p:cNvCxnSpPr>
            <p:nvPr/>
          </p:nvCxnSpPr>
          <p:spPr>
            <a:xfrm>
              <a:off x="706996" y="1315394"/>
              <a:ext cx="10753691" cy="197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C329E45C-15D7-D4F5-3DF6-B7E8A6B48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996" y="2247060"/>
              <a:ext cx="10810857" cy="74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9F47DFBF-3FCA-1AC9-0A9C-73841770D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996" y="3211929"/>
              <a:ext cx="10810857" cy="1603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0026B3D-408B-F2AC-9A70-2298BAECC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032567"/>
              </p:ext>
            </p:extLst>
          </p:nvPr>
        </p:nvGraphicFramePr>
        <p:xfrm>
          <a:off x="289852" y="110731"/>
          <a:ext cx="370994" cy="51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228600" progId="Equation.DSMT4">
                  <p:embed/>
                </p:oleObj>
              </mc:Choice>
              <mc:Fallback>
                <p:oleObj name="Equation" r:id="rId3" imgW="16488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6AAF982-C850-69CB-2F21-5D7B7C0994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852" y="110731"/>
                        <a:ext cx="370994" cy="51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CFD8E83-122F-3375-90E5-ED2AA130A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74269"/>
              </p:ext>
            </p:extLst>
          </p:nvPr>
        </p:nvGraphicFramePr>
        <p:xfrm>
          <a:off x="312310" y="1068113"/>
          <a:ext cx="3429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228600" progId="Equation.DSMT4">
                  <p:embed/>
                </p:oleObj>
              </mc:Choice>
              <mc:Fallback>
                <p:oleObj name="Equation" r:id="rId5" imgW="152280" imgH="228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A10EA65-537E-2270-827C-E55951F14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310" y="1068113"/>
                        <a:ext cx="3429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545AED5-CEBA-168B-F81F-0505FBAC28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357714"/>
              </p:ext>
            </p:extLst>
          </p:nvPr>
        </p:nvGraphicFramePr>
        <p:xfrm>
          <a:off x="298594" y="1993929"/>
          <a:ext cx="370994" cy="51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5155228-1642-40C9-B829-B079662478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594" y="1993929"/>
                        <a:ext cx="370994" cy="51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0AB36A9-EA45-7528-38FA-BE0C0F3218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850966"/>
              </p:ext>
            </p:extLst>
          </p:nvPr>
        </p:nvGraphicFramePr>
        <p:xfrm>
          <a:off x="300797" y="2963106"/>
          <a:ext cx="370994" cy="51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5FA3CE4-240F-4C02-B94F-EA1CDE712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0797" y="2963106"/>
                        <a:ext cx="370994" cy="51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ABC7B21E-D0C7-3B5F-2B6E-ECBB3465F936}"/>
              </a:ext>
            </a:extLst>
          </p:cNvPr>
          <p:cNvGrpSpPr/>
          <p:nvPr/>
        </p:nvGrpSpPr>
        <p:grpSpPr>
          <a:xfrm>
            <a:off x="833526" y="127401"/>
            <a:ext cx="461076" cy="480344"/>
            <a:chOff x="2404918" y="772593"/>
            <a:chExt cx="587581" cy="573043"/>
          </a:xfrm>
        </p:grpSpPr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D8F99542-3713-9C6B-F286-AD81C2B9A22E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79" name="对象 178">
              <a:extLst>
                <a:ext uri="{FF2B5EF4-FFF2-40B4-BE49-F238E27FC236}">
                  <a16:creationId xmlns:a16="http://schemas.microsoft.com/office/drawing/2014/main" id="{ABF7C042-4CEF-369A-CE4A-7BBB0077DB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0659" y="926405"/>
            <a:ext cx="377825" cy="258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3800" imgH="164880" progId="Equation.DSMT4">
                    <p:embed/>
                  </p:oleObj>
                </mc:Choice>
                <mc:Fallback>
                  <p:oleObj name="Equation" r:id="rId11" imgW="253800" imgH="164880" progId="Equation.DSMT4">
                    <p:embed/>
                    <p:pic>
                      <p:nvPicPr>
                        <p:cNvPr id="178" name="对象 177">
                          <a:extLst>
                            <a:ext uri="{FF2B5EF4-FFF2-40B4-BE49-F238E27FC236}">
                              <a16:creationId xmlns:a16="http://schemas.microsoft.com/office/drawing/2014/main" id="{196C5766-78B1-6EC4-DA6D-C562BDF7E6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10659" y="926405"/>
                          <a:ext cx="377825" cy="2587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1" name="组合 290">
            <a:extLst>
              <a:ext uri="{FF2B5EF4-FFF2-40B4-BE49-F238E27FC236}">
                <a16:creationId xmlns:a16="http://schemas.microsoft.com/office/drawing/2014/main" id="{3590022C-2331-110E-707D-5CC4D16E3E03}"/>
              </a:ext>
            </a:extLst>
          </p:cNvPr>
          <p:cNvGrpSpPr/>
          <p:nvPr/>
        </p:nvGrpSpPr>
        <p:grpSpPr>
          <a:xfrm>
            <a:off x="1740825" y="324527"/>
            <a:ext cx="460776" cy="1240933"/>
            <a:chOff x="1740825" y="324527"/>
            <a:chExt cx="460776" cy="124093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FB029B9-F9C0-09EE-FCA7-DA25B02D2587}"/>
                </a:ext>
              </a:extLst>
            </p:cNvPr>
            <p:cNvGrpSpPr/>
            <p:nvPr/>
          </p:nvGrpSpPr>
          <p:grpSpPr>
            <a:xfrm>
              <a:off x="1740825" y="1085116"/>
              <a:ext cx="460776" cy="480344"/>
              <a:chOff x="2404918" y="772593"/>
              <a:chExt cx="587581" cy="573043"/>
            </a:xfrm>
          </p:grpSpPr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4330E23D-D5E7-8013-3B30-DB0467B53662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77" name="对象 176">
                <a:extLst>
                  <a:ext uri="{FF2B5EF4-FFF2-40B4-BE49-F238E27FC236}">
                    <a16:creationId xmlns:a16="http://schemas.microsoft.com/office/drawing/2014/main" id="{15A40A3E-5AEB-290C-CA42-3D3EF1370D1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176" name="对象 175">
                            <a:extLst>
                              <a:ext uri="{FF2B5EF4-FFF2-40B4-BE49-F238E27FC236}">
                                <a16:creationId xmlns:a16="http://schemas.microsoft.com/office/drawing/2014/main" id="{AED7E545-7380-901C-A924-24EFACCCF33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7519F7C-2195-1462-3139-F40719742262}"/>
                </a:ext>
              </a:extLst>
            </p:cNvPr>
            <p:cNvSpPr/>
            <p:nvPr/>
          </p:nvSpPr>
          <p:spPr>
            <a:xfrm>
              <a:off x="1928302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5B6FAD-0713-7EBB-34A3-8CE7C1E34819}"/>
                </a:ext>
              </a:extLst>
            </p:cNvPr>
            <p:cNvCxnSpPr>
              <a:cxnSpLocks/>
              <a:stCxn id="12" idx="4"/>
              <a:endCxn id="176" idx="0"/>
            </p:cNvCxnSpPr>
            <p:nvPr/>
          </p:nvCxnSpPr>
          <p:spPr>
            <a:xfrm>
              <a:off x="1970900" y="410619"/>
              <a:ext cx="313" cy="67449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C81EFFB3-4FE0-A876-74E6-EA4DD4EFAAC4}"/>
              </a:ext>
            </a:extLst>
          </p:cNvPr>
          <p:cNvGrpSpPr/>
          <p:nvPr/>
        </p:nvGrpSpPr>
        <p:grpSpPr>
          <a:xfrm>
            <a:off x="2486704" y="324527"/>
            <a:ext cx="452203" cy="1242795"/>
            <a:chOff x="2486704" y="324527"/>
            <a:chExt cx="452203" cy="1242795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50CD1D2-C32A-BDCF-2A71-FCAA7D4D05FD}"/>
                </a:ext>
              </a:extLst>
            </p:cNvPr>
            <p:cNvGrpSpPr/>
            <p:nvPr/>
          </p:nvGrpSpPr>
          <p:grpSpPr>
            <a:xfrm>
              <a:off x="2486704" y="1083254"/>
              <a:ext cx="452203" cy="484068"/>
              <a:chOff x="2404918" y="772593"/>
              <a:chExt cx="587581" cy="573043"/>
            </a:xfrm>
          </p:grpSpPr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CF1B6A14-ED06-C92F-EF3E-71830755935B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73" name="对象 172">
                <a:extLst>
                  <a:ext uri="{FF2B5EF4-FFF2-40B4-BE49-F238E27FC236}">
                    <a16:creationId xmlns:a16="http://schemas.microsoft.com/office/drawing/2014/main" id="{FA66DCE6-ECA5-ED65-C97B-16AC5206C7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53800" imgH="164880" progId="Equation.DSMT4">
                      <p:embed/>
                    </p:oleObj>
                  </mc:Choice>
                  <mc:Fallback>
                    <p:oleObj name="Equation" r:id="rId14" imgW="253800" imgH="164880" progId="Equation.DSMT4">
                      <p:embed/>
                      <p:pic>
                        <p:nvPicPr>
                          <p:cNvPr id="172" name="对象 171">
                            <a:extLst>
                              <a:ext uri="{FF2B5EF4-FFF2-40B4-BE49-F238E27FC236}">
                                <a16:creationId xmlns:a16="http://schemas.microsoft.com/office/drawing/2014/main" id="{F46EC561-C4E0-E3F8-9508-089301F53FF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60F85CD-22BE-B644-D2A9-5FE00629360F}"/>
                </a:ext>
              </a:extLst>
            </p:cNvPr>
            <p:cNvSpPr/>
            <p:nvPr/>
          </p:nvSpPr>
          <p:spPr>
            <a:xfrm>
              <a:off x="2673638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F967C56-6EEA-5D58-9883-2091C5D1FB29}"/>
                </a:ext>
              </a:extLst>
            </p:cNvPr>
            <p:cNvCxnSpPr>
              <a:cxnSpLocks/>
              <a:stCxn id="16" idx="4"/>
              <a:endCxn id="172" idx="0"/>
            </p:cNvCxnSpPr>
            <p:nvPr/>
          </p:nvCxnSpPr>
          <p:spPr>
            <a:xfrm flipH="1">
              <a:off x="2712806" y="410619"/>
              <a:ext cx="3430" cy="6726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01FAEC7F-8885-27EC-266D-1D9D6489877D}"/>
              </a:ext>
            </a:extLst>
          </p:cNvPr>
          <p:cNvGrpSpPr/>
          <p:nvPr/>
        </p:nvGrpSpPr>
        <p:grpSpPr>
          <a:xfrm>
            <a:off x="1386515" y="127401"/>
            <a:ext cx="458214" cy="480344"/>
            <a:chOff x="2404918" y="772593"/>
            <a:chExt cx="587581" cy="573043"/>
          </a:xfrm>
        </p:grpSpPr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CC1B9FC2-FCD6-C671-63A2-03AB3C621349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86" name="对象 185">
              <a:extLst>
                <a:ext uri="{FF2B5EF4-FFF2-40B4-BE49-F238E27FC236}">
                  <a16:creationId xmlns:a16="http://schemas.microsoft.com/office/drawing/2014/main" id="{A62503FF-AD33-4E9C-DF9B-9D84489B74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133021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7480" imgH="164880" progId="Equation.DSMT4">
                    <p:embed/>
                  </p:oleObj>
                </mc:Choice>
                <mc:Fallback>
                  <p:oleObj name="Equation" r:id="rId15" imgW="177480" imgH="164880" progId="Equation.DSMT4">
                    <p:embed/>
                    <p:pic>
                      <p:nvPicPr>
                        <p:cNvPr id="179" name="对象 178">
                          <a:extLst>
                            <a:ext uri="{FF2B5EF4-FFF2-40B4-BE49-F238E27FC236}">
                              <a16:creationId xmlns:a16="http://schemas.microsoft.com/office/drawing/2014/main" id="{ABF7C042-4CEF-369A-CE4A-7BBB0077DB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455C20B1-8015-30ED-62AB-92D076FBA613}"/>
              </a:ext>
            </a:extLst>
          </p:cNvPr>
          <p:cNvGrpSpPr/>
          <p:nvPr/>
        </p:nvGrpSpPr>
        <p:grpSpPr>
          <a:xfrm>
            <a:off x="2163864" y="127401"/>
            <a:ext cx="458214" cy="480344"/>
            <a:chOff x="2404917" y="772593"/>
            <a:chExt cx="587581" cy="573043"/>
          </a:xfrm>
        </p:grpSpPr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46CF6F00-00D1-82C9-2386-747DED4AB073}"/>
                </a:ext>
              </a:extLst>
            </p:cNvPr>
            <p:cNvSpPr/>
            <p:nvPr/>
          </p:nvSpPr>
          <p:spPr>
            <a:xfrm>
              <a:off x="2404917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89" name="对象 188">
              <a:extLst>
                <a:ext uri="{FF2B5EF4-FFF2-40B4-BE49-F238E27FC236}">
                  <a16:creationId xmlns:a16="http://schemas.microsoft.com/office/drawing/2014/main" id="{81DC995E-6181-3153-5068-DE83F7CF17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0713405"/>
                </p:ext>
              </p:extLst>
            </p:nvPr>
          </p:nvGraphicFramePr>
          <p:xfrm>
            <a:off x="2566767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77480" imgH="164880" progId="Equation.DSMT4">
                    <p:embed/>
                  </p:oleObj>
                </mc:Choice>
                <mc:Fallback>
                  <p:oleObj name="Equation" r:id="rId17" imgW="177480" imgH="164880" progId="Equation.DSMT4">
                    <p:embed/>
                    <p:pic>
                      <p:nvPicPr>
                        <p:cNvPr id="186" name="对象 185">
                          <a:extLst>
                            <a:ext uri="{FF2B5EF4-FFF2-40B4-BE49-F238E27FC236}">
                              <a16:creationId xmlns:a16="http://schemas.microsoft.com/office/drawing/2014/main" id="{A62503FF-AD33-4E9C-DF9B-9D84489B74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7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F4C36784-7A0A-A153-C244-5CCAE71FD593}"/>
              </a:ext>
            </a:extLst>
          </p:cNvPr>
          <p:cNvGrpSpPr/>
          <p:nvPr/>
        </p:nvGrpSpPr>
        <p:grpSpPr>
          <a:xfrm>
            <a:off x="3029190" y="127401"/>
            <a:ext cx="458214" cy="480344"/>
            <a:chOff x="2404918" y="772593"/>
            <a:chExt cx="587581" cy="573043"/>
          </a:xfrm>
        </p:grpSpPr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03E2DEDB-E85B-61A4-B4D2-4FE0C95A4539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92" name="对象 191">
              <a:extLst>
                <a:ext uri="{FF2B5EF4-FFF2-40B4-BE49-F238E27FC236}">
                  <a16:creationId xmlns:a16="http://schemas.microsoft.com/office/drawing/2014/main" id="{7E12BB23-9F74-93E2-DFC9-256720451A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284149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7480" imgH="164880" progId="Equation.DSMT4">
                    <p:embed/>
                  </p:oleObj>
                </mc:Choice>
                <mc:Fallback>
                  <p:oleObj name="Equation" r:id="rId18" imgW="177480" imgH="164880" progId="Equation.DSMT4">
                    <p:embed/>
                    <p:pic>
                      <p:nvPicPr>
                        <p:cNvPr id="186" name="对象 185">
                          <a:extLst>
                            <a:ext uri="{FF2B5EF4-FFF2-40B4-BE49-F238E27FC236}">
                              <a16:creationId xmlns:a16="http://schemas.microsoft.com/office/drawing/2014/main" id="{A62503FF-AD33-4E9C-DF9B-9D84489B74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70AD2771-9430-FDF2-F7B0-44DD10E08B6B}"/>
              </a:ext>
            </a:extLst>
          </p:cNvPr>
          <p:cNvGrpSpPr/>
          <p:nvPr/>
        </p:nvGrpSpPr>
        <p:grpSpPr>
          <a:xfrm>
            <a:off x="4357846" y="127401"/>
            <a:ext cx="458214" cy="480344"/>
            <a:chOff x="2404918" y="772593"/>
            <a:chExt cx="587581" cy="573043"/>
          </a:xfrm>
        </p:grpSpPr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52D411F2-855A-197C-4519-948FC44F7366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98" name="对象 197">
              <a:extLst>
                <a:ext uri="{FF2B5EF4-FFF2-40B4-BE49-F238E27FC236}">
                  <a16:creationId xmlns:a16="http://schemas.microsoft.com/office/drawing/2014/main" id="{21497CD7-ACAE-FD1A-C305-F5899BA80C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284149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77480" imgH="164880" progId="Equation.DSMT4">
                    <p:embed/>
                  </p:oleObj>
                </mc:Choice>
                <mc:Fallback>
                  <p:oleObj name="Equation" r:id="rId19" imgW="177480" imgH="164880" progId="Equation.DSMT4">
                    <p:embed/>
                    <p:pic>
                      <p:nvPicPr>
                        <p:cNvPr id="186" name="对象 185">
                          <a:extLst>
                            <a:ext uri="{FF2B5EF4-FFF2-40B4-BE49-F238E27FC236}">
                              <a16:creationId xmlns:a16="http://schemas.microsoft.com/office/drawing/2014/main" id="{A62503FF-AD33-4E9C-DF9B-9D84489B74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9" name="组合 198">
            <a:extLst>
              <a:ext uri="{FF2B5EF4-FFF2-40B4-BE49-F238E27FC236}">
                <a16:creationId xmlns:a16="http://schemas.microsoft.com/office/drawing/2014/main" id="{AF0CB4C3-9402-4012-42CD-3A41810921D2}"/>
              </a:ext>
            </a:extLst>
          </p:cNvPr>
          <p:cNvGrpSpPr/>
          <p:nvPr/>
        </p:nvGrpSpPr>
        <p:grpSpPr>
          <a:xfrm>
            <a:off x="5889219" y="127401"/>
            <a:ext cx="458214" cy="480344"/>
            <a:chOff x="2404918" y="772593"/>
            <a:chExt cx="587581" cy="573043"/>
          </a:xfrm>
        </p:grpSpPr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B80336E6-CB76-84F5-7B31-0C94E3AF77D2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01" name="对象 200">
              <a:extLst>
                <a:ext uri="{FF2B5EF4-FFF2-40B4-BE49-F238E27FC236}">
                  <a16:creationId xmlns:a16="http://schemas.microsoft.com/office/drawing/2014/main" id="{BAB02B2C-4556-93DB-BE47-E6CD02E47E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284149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480" imgH="164880" progId="Equation.DSMT4">
                    <p:embed/>
                  </p:oleObj>
                </mc:Choice>
                <mc:Fallback>
                  <p:oleObj name="Equation" r:id="rId20" imgW="177480" imgH="164880" progId="Equation.DSMT4">
                    <p:embed/>
                    <p:pic>
                      <p:nvPicPr>
                        <p:cNvPr id="186" name="对象 185">
                          <a:extLst>
                            <a:ext uri="{FF2B5EF4-FFF2-40B4-BE49-F238E27FC236}">
                              <a16:creationId xmlns:a16="http://schemas.microsoft.com/office/drawing/2014/main" id="{A62503FF-AD33-4E9C-DF9B-9D84489B74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1FDCC2F4-B4E0-95F3-C0D0-3F64ED62C911}"/>
              </a:ext>
            </a:extLst>
          </p:cNvPr>
          <p:cNvGrpSpPr/>
          <p:nvPr/>
        </p:nvGrpSpPr>
        <p:grpSpPr>
          <a:xfrm>
            <a:off x="8474316" y="127401"/>
            <a:ext cx="458214" cy="480344"/>
            <a:chOff x="2404918" y="772593"/>
            <a:chExt cx="587581" cy="573043"/>
          </a:xfrm>
        </p:grpSpPr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F0C14250-8C2A-150A-4495-7C7951BB445A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04" name="对象 203">
              <a:extLst>
                <a:ext uri="{FF2B5EF4-FFF2-40B4-BE49-F238E27FC236}">
                  <a16:creationId xmlns:a16="http://schemas.microsoft.com/office/drawing/2014/main" id="{CF6DEF84-1B26-9BD8-1464-5B1D0D6B1E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284149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77480" imgH="164880" progId="Equation.DSMT4">
                    <p:embed/>
                  </p:oleObj>
                </mc:Choice>
                <mc:Fallback>
                  <p:oleObj name="Equation" r:id="rId21" imgW="177480" imgH="164880" progId="Equation.DSMT4">
                    <p:embed/>
                    <p:pic>
                      <p:nvPicPr>
                        <p:cNvPr id="186" name="对象 185">
                          <a:extLst>
                            <a:ext uri="{FF2B5EF4-FFF2-40B4-BE49-F238E27FC236}">
                              <a16:creationId xmlns:a16="http://schemas.microsoft.com/office/drawing/2014/main" id="{A62503FF-AD33-4E9C-DF9B-9D84489B74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DC339680-D45F-5954-445E-8E4C68B54F97}"/>
              </a:ext>
            </a:extLst>
          </p:cNvPr>
          <p:cNvGrpSpPr/>
          <p:nvPr/>
        </p:nvGrpSpPr>
        <p:grpSpPr>
          <a:xfrm>
            <a:off x="3038912" y="1085116"/>
            <a:ext cx="458214" cy="480344"/>
            <a:chOff x="2404918" y="772593"/>
            <a:chExt cx="587581" cy="573043"/>
          </a:xfrm>
        </p:grpSpPr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77845FF7-F8E5-D8EB-CD2B-5D2EEBE0EF8D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07" name="对象 206">
              <a:extLst>
                <a:ext uri="{FF2B5EF4-FFF2-40B4-BE49-F238E27FC236}">
                  <a16:creationId xmlns:a16="http://schemas.microsoft.com/office/drawing/2014/main" id="{197A4922-59E4-993A-0182-80354ADB93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284149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77480" imgH="164880" progId="Equation.DSMT4">
                    <p:embed/>
                  </p:oleObj>
                </mc:Choice>
                <mc:Fallback>
                  <p:oleObj name="Equation" r:id="rId22" imgW="177480" imgH="164880" progId="Equation.DSMT4">
                    <p:embed/>
                    <p:pic>
                      <p:nvPicPr>
                        <p:cNvPr id="186" name="对象 185">
                          <a:extLst>
                            <a:ext uri="{FF2B5EF4-FFF2-40B4-BE49-F238E27FC236}">
                              <a16:creationId xmlns:a16="http://schemas.microsoft.com/office/drawing/2014/main" id="{A62503FF-AD33-4E9C-DF9B-9D84489B74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31A6FFAB-57F0-9B7F-F39D-7490F1DCAD19}"/>
              </a:ext>
            </a:extLst>
          </p:cNvPr>
          <p:cNvGrpSpPr/>
          <p:nvPr/>
        </p:nvGrpSpPr>
        <p:grpSpPr>
          <a:xfrm>
            <a:off x="3672730" y="1085116"/>
            <a:ext cx="458214" cy="480344"/>
            <a:chOff x="2404918" y="772593"/>
            <a:chExt cx="587581" cy="573043"/>
          </a:xfrm>
        </p:grpSpPr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0E6C1E5E-832C-B31E-C8A0-0A516423AFD7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12" name="对象 211">
              <a:extLst>
                <a:ext uri="{FF2B5EF4-FFF2-40B4-BE49-F238E27FC236}">
                  <a16:creationId xmlns:a16="http://schemas.microsoft.com/office/drawing/2014/main" id="{C06E38F4-945C-0D39-546A-9AD558837C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7187676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77480" imgH="164880" progId="Equation.DSMT4">
                    <p:embed/>
                  </p:oleObj>
                </mc:Choice>
                <mc:Fallback>
                  <p:oleObj name="Equation" r:id="rId23" imgW="177480" imgH="164880" progId="Equation.DSMT4">
                    <p:embed/>
                    <p:pic>
                      <p:nvPicPr>
                        <p:cNvPr id="207" name="对象 206">
                          <a:extLst>
                            <a:ext uri="{FF2B5EF4-FFF2-40B4-BE49-F238E27FC236}">
                              <a16:creationId xmlns:a16="http://schemas.microsoft.com/office/drawing/2014/main" id="{197A4922-59E4-993A-0182-80354ADB93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C518F3A5-2563-C478-9D06-7B7F17429302}"/>
              </a:ext>
            </a:extLst>
          </p:cNvPr>
          <p:cNvGrpSpPr/>
          <p:nvPr/>
        </p:nvGrpSpPr>
        <p:grpSpPr>
          <a:xfrm>
            <a:off x="4358662" y="1085116"/>
            <a:ext cx="458214" cy="480344"/>
            <a:chOff x="2404918" y="772593"/>
            <a:chExt cx="587581" cy="573043"/>
          </a:xfrm>
        </p:grpSpPr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C88BB641-029E-0AA0-E8B6-2C51CB7123AA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15" name="对象 214">
              <a:extLst>
                <a:ext uri="{FF2B5EF4-FFF2-40B4-BE49-F238E27FC236}">
                  <a16:creationId xmlns:a16="http://schemas.microsoft.com/office/drawing/2014/main" id="{6ADECDBC-4CF2-FF6F-810A-941F5D9B48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7187676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77480" imgH="164880" progId="Equation.DSMT4">
                    <p:embed/>
                  </p:oleObj>
                </mc:Choice>
                <mc:Fallback>
                  <p:oleObj name="Equation" r:id="rId24" imgW="177480" imgH="164880" progId="Equation.DSMT4">
                    <p:embed/>
                    <p:pic>
                      <p:nvPicPr>
                        <p:cNvPr id="207" name="对象 206">
                          <a:extLst>
                            <a:ext uri="{FF2B5EF4-FFF2-40B4-BE49-F238E27FC236}">
                              <a16:creationId xmlns:a16="http://schemas.microsoft.com/office/drawing/2014/main" id="{197A4922-59E4-993A-0182-80354ADB93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11698087-9F45-3BDD-12B1-2CD8E9D8AB03}"/>
              </a:ext>
            </a:extLst>
          </p:cNvPr>
          <p:cNvGrpSpPr/>
          <p:nvPr/>
        </p:nvGrpSpPr>
        <p:grpSpPr>
          <a:xfrm>
            <a:off x="5891530" y="1085116"/>
            <a:ext cx="458214" cy="480344"/>
            <a:chOff x="2404918" y="772593"/>
            <a:chExt cx="587581" cy="573043"/>
          </a:xfrm>
        </p:grpSpPr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9C1021A2-22D5-3B6D-E664-45AFC80B6E9F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18" name="对象 217">
              <a:extLst>
                <a:ext uri="{FF2B5EF4-FFF2-40B4-BE49-F238E27FC236}">
                  <a16:creationId xmlns:a16="http://schemas.microsoft.com/office/drawing/2014/main" id="{943247FC-534D-4D1A-99A4-ACB59745D6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7187676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77480" imgH="164880" progId="Equation.DSMT4">
                    <p:embed/>
                  </p:oleObj>
                </mc:Choice>
                <mc:Fallback>
                  <p:oleObj name="Equation" r:id="rId25" imgW="177480" imgH="164880" progId="Equation.DSMT4">
                    <p:embed/>
                    <p:pic>
                      <p:nvPicPr>
                        <p:cNvPr id="207" name="对象 206">
                          <a:extLst>
                            <a:ext uri="{FF2B5EF4-FFF2-40B4-BE49-F238E27FC236}">
                              <a16:creationId xmlns:a16="http://schemas.microsoft.com/office/drawing/2014/main" id="{197A4922-59E4-993A-0182-80354ADB93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C9FEE0BE-A9FB-B575-D920-BCF88DCF79BA}"/>
              </a:ext>
            </a:extLst>
          </p:cNvPr>
          <p:cNvGrpSpPr/>
          <p:nvPr/>
        </p:nvGrpSpPr>
        <p:grpSpPr>
          <a:xfrm>
            <a:off x="5048243" y="1085116"/>
            <a:ext cx="458214" cy="480344"/>
            <a:chOff x="2404918" y="772593"/>
            <a:chExt cx="587581" cy="573043"/>
          </a:xfrm>
        </p:grpSpPr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034BAFDB-0DF5-39AD-3140-5F2DE4911C9F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21" name="对象 220">
              <a:extLst>
                <a:ext uri="{FF2B5EF4-FFF2-40B4-BE49-F238E27FC236}">
                  <a16:creationId xmlns:a16="http://schemas.microsoft.com/office/drawing/2014/main" id="{D1EEFC17-63EB-5382-17C9-0BF677F3D0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458166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77480" imgH="164880" progId="Equation.DSMT4">
                    <p:embed/>
                  </p:oleObj>
                </mc:Choice>
                <mc:Fallback>
                  <p:oleObj name="Equation" r:id="rId26" imgW="177480" imgH="164880" progId="Equation.DSMT4">
                    <p:embed/>
                    <p:pic>
                      <p:nvPicPr>
                        <p:cNvPr id="218" name="对象 217">
                          <a:extLst>
                            <a:ext uri="{FF2B5EF4-FFF2-40B4-BE49-F238E27FC236}">
                              <a16:creationId xmlns:a16="http://schemas.microsoft.com/office/drawing/2014/main" id="{943247FC-534D-4D1A-99A4-ACB59745D63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7AD5853E-98E5-2A05-370E-4E872A52B0A2}"/>
              </a:ext>
            </a:extLst>
          </p:cNvPr>
          <p:cNvGrpSpPr/>
          <p:nvPr/>
        </p:nvGrpSpPr>
        <p:grpSpPr>
          <a:xfrm>
            <a:off x="7175766" y="1085116"/>
            <a:ext cx="458214" cy="480344"/>
            <a:chOff x="2404918" y="772593"/>
            <a:chExt cx="587581" cy="573043"/>
          </a:xfrm>
        </p:grpSpPr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3426C2BA-CB81-B0A6-47B3-2E6D38457D53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24" name="对象 223">
              <a:extLst>
                <a:ext uri="{FF2B5EF4-FFF2-40B4-BE49-F238E27FC236}">
                  <a16:creationId xmlns:a16="http://schemas.microsoft.com/office/drawing/2014/main" id="{15A727DB-DEE2-6639-7386-6EBD2C72A4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458166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77480" imgH="164880" progId="Equation.DSMT4">
                    <p:embed/>
                  </p:oleObj>
                </mc:Choice>
                <mc:Fallback>
                  <p:oleObj name="Equation" r:id="rId27" imgW="177480" imgH="164880" progId="Equation.DSMT4">
                    <p:embed/>
                    <p:pic>
                      <p:nvPicPr>
                        <p:cNvPr id="218" name="对象 217">
                          <a:extLst>
                            <a:ext uri="{FF2B5EF4-FFF2-40B4-BE49-F238E27FC236}">
                              <a16:creationId xmlns:a16="http://schemas.microsoft.com/office/drawing/2014/main" id="{943247FC-534D-4D1A-99A4-ACB59745D63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D9708448-AEC2-DDCA-3D86-1DA8FF92C83E}"/>
              </a:ext>
            </a:extLst>
          </p:cNvPr>
          <p:cNvGrpSpPr/>
          <p:nvPr/>
        </p:nvGrpSpPr>
        <p:grpSpPr>
          <a:xfrm>
            <a:off x="9743258" y="1085116"/>
            <a:ext cx="458214" cy="480344"/>
            <a:chOff x="2404918" y="772593"/>
            <a:chExt cx="587581" cy="573043"/>
          </a:xfrm>
        </p:grpSpPr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33F48021-3725-CA6C-FCC6-813BD8EA34CB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27" name="对象 226">
              <a:extLst>
                <a:ext uri="{FF2B5EF4-FFF2-40B4-BE49-F238E27FC236}">
                  <a16:creationId xmlns:a16="http://schemas.microsoft.com/office/drawing/2014/main" id="{2EEB9563-6471-CBFB-2D93-B30001C8DD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693328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77480" imgH="164880" progId="Equation.DSMT4">
                    <p:embed/>
                  </p:oleObj>
                </mc:Choice>
                <mc:Fallback>
                  <p:oleObj name="Equation" r:id="rId28" imgW="177480" imgH="164880" progId="Equation.DSMT4">
                    <p:embed/>
                    <p:pic>
                      <p:nvPicPr>
                        <p:cNvPr id="224" name="对象 223">
                          <a:extLst>
                            <a:ext uri="{FF2B5EF4-FFF2-40B4-BE49-F238E27FC236}">
                              <a16:creationId xmlns:a16="http://schemas.microsoft.com/office/drawing/2014/main" id="{15A727DB-DEE2-6639-7386-6EBD2C72A4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F1CF6B83-8436-1EAC-164B-46028875C44C}"/>
              </a:ext>
            </a:extLst>
          </p:cNvPr>
          <p:cNvGrpSpPr/>
          <p:nvPr/>
        </p:nvGrpSpPr>
        <p:grpSpPr>
          <a:xfrm>
            <a:off x="8474316" y="1085116"/>
            <a:ext cx="458214" cy="480344"/>
            <a:chOff x="2404918" y="772593"/>
            <a:chExt cx="587581" cy="573043"/>
          </a:xfrm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ABFAEBAC-5835-9E78-84FB-67D58360CB1F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30" name="对象 229">
              <a:extLst>
                <a:ext uri="{FF2B5EF4-FFF2-40B4-BE49-F238E27FC236}">
                  <a16:creationId xmlns:a16="http://schemas.microsoft.com/office/drawing/2014/main" id="{5A7C68EA-5734-77A3-A9FF-A9FA116101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587031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77480" imgH="164880" progId="Equation.DSMT4">
                    <p:embed/>
                  </p:oleObj>
                </mc:Choice>
                <mc:Fallback>
                  <p:oleObj name="Equation" r:id="rId29" imgW="177480" imgH="164880" progId="Equation.DSMT4">
                    <p:embed/>
                    <p:pic>
                      <p:nvPicPr>
                        <p:cNvPr id="227" name="对象 226">
                          <a:extLst>
                            <a:ext uri="{FF2B5EF4-FFF2-40B4-BE49-F238E27FC236}">
                              <a16:creationId xmlns:a16="http://schemas.microsoft.com/office/drawing/2014/main" id="{2EEB9563-6471-CBFB-2D93-B30001C8DD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85360BEE-56EF-ED53-5BB5-7A7B12392E02}"/>
              </a:ext>
            </a:extLst>
          </p:cNvPr>
          <p:cNvGrpSpPr/>
          <p:nvPr/>
        </p:nvGrpSpPr>
        <p:grpSpPr>
          <a:xfrm>
            <a:off x="5918292" y="2010599"/>
            <a:ext cx="458214" cy="480344"/>
            <a:chOff x="2404918" y="772593"/>
            <a:chExt cx="587581" cy="573043"/>
          </a:xfrm>
        </p:grpSpPr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494418D5-94BB-DF86-F572-40CA0B211DB1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33" name="对象 232">
              <a:extLst>
                <a:ext uri="{FF2B5EF4-FFF2-40B4-BE49-F238E27FC236}">
                  <a16:creationId xmlns:a16="http://schemas.microsoft.com/office/drawing/2014/main" id="{E854DE39-6D3B-AF0C-FAC2-024F79D1B6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587031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77480" imgH="164880" progId="Equation.DSMT4">
                    <p:embed/>
                  </p:oleObj>
                </mc:Choice>
                <mc:Fallback>
                  <p:oleObj name="Equation" r:id="rId30" imgW="177480" imgH="164880" progId="Equation.DSMT4">
                    <p:embed/>
                    <p:pic>
                      <p:nvPicPr>
                        <p:cNvPr id="227" name="对象 226">
                          <a:extLst>
                            <a:ext uri="{FF2B5EF4-FFF2-40B4-BE49-F238E27FC236}">
                              <a16:creationId xmlns:a16="http://schemas.microsoft.com/office/drawing/2014/main" id="{2EEB9563-6471-CBFB-2D93-B30001C8DD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E7658E3E-35E8-4F23-720A-1E11D3B40A10}"/>
              </a:ext>
            </a:extLst>
          </p:cNvPr>
          <p:cNvGrpSpPr/>
          <p:nvPr/>
        </p:nvGrpSpPr>
        <p:grpSpPr>
          <a:xfrm>
            <a:off x="6552689" y="2010599"/>
            <a:ext cx="458214" cy="480344"/>
            <a:chOff x="2404918" y="772593"/>
            <a:chExt cx="587581" cy="573043"/>
          </a:xfrm>
        </p:grpSpPr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C72DF546-1252-11A0-3770-EA3DC19648C8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36" name="对象 235">
              <a:extLst>
                <a:ext uri="{FF2B5EF4-FFF2-40B4-BE49-F238E27FC236}">
                  <a16:creationId xmlns:a16="http://schemas.microsoft.com/office/drawing/2014/main" id="{6B43C414-CA22-77A4-52EF-A8D3FC79A3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4812722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77480" imgH="164880" progId="Equation.DSMT4">
                    <p:embed/>
                  </p:oleObj>
                </mc:Choice>
                <mc:Fallback>
                  <p:oleObj name="Equation" r:id="rId31" imgW="177480" imgH="164880" progId="Equation.DSMT4">
                    <p:embed/>
                    <p:pic>
                      <p:nvPicPr>
                        <p:cNvPr id="233" name="对象 232">
                          <a:extLst>
                            <a:ext uri="{FF2B5EF4-FFF2-40B4-BE49-F238E27FC236}">
                              <a16:creationId xmlns:a16="http://schemas.microsoft.com/office/drawing/2014/main" id="{E854DE39-6D3B-AF0C-FAC2-024F79D1B67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40D246C7-F027-29E9-6B13-E6539D2F790B}"/>
              </a:ext>
            </a:extLst>
          </p:cNvPr>
          <p:cNvGrpSpPr/>
          <p:nvPr/>
        </p:nvGrpSpPr>
        <p:grpSpPr>
          <a:xfrm>
            <a:off x="7186042" y="2010599"/>
            <a:ext cx="458214" cy="480344"/>
            <a:chOff x="2404918" y="772593"/>
            <a:chExt cx="587581" cy="573043"/>
          </a:xfrm>
        </p:grpSpPr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8285153A-7D27-8845-FB16-1A9DA0CA293C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39" name="对象 238">
              <a:extLst>
                <a:ext uri="{FF2B5EF4-FFF2-40B4-BE49-F238E27FC236}">
                  <a16:creationId xmlns:a16="http://schemas.microsoft.com/office/drawing/2014/main" id="{D29C74EC-2F1E-9843-9E29-08DBE16BA0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0737248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77480" imgH="164880" progId="Equation.DSMT4">
                    <p:embed/>
                  </p:oleObj>
                </mc:Choice>
                <mc:Fallback>
                  <p:oleObj name="Equation" r:id="rId32" imgW="177480" imgH="164880" progId="Equation.DSMT4">
                    <p:embed/>
                    <p:pic>
                      <p:nvPicPr>
                        <p:cNvPr id="236" name="对象 235">
                          <a:extLst>
                            <a:ext uri="{FF2B5EF4-FFF2-40B4-BE49-F238E27FC236}">
                              <a16:creationId xmlns:a16="http://schemas.microsoft.com/office/drawing/2014/main" id="{6B43C414-CA22-77A4-52EF-A8D3FC79A3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A8317600-7959-2BEC-CEBF-A127BF2AAB6D}"/>
              </a:ext>
            </a:extLst>
          </p:cNvPr>
          <p:cNvGrpSpPr/>
          <p:nvPr/>
        </p:nvGrpSpPr>
        <p:grpSpPr>
          <a:xfrm>
            <a:off x="7834835" y="2010599"/>
            <a:ext cx="458214" cy="480344"/>
            <a:chOff x="2404918" y="772593"/>
            <a:chExt cx="587581" cy="573043"/>
          </a:xfrm>
        </p:grpSpPr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29437B3C-3AEC-222A-F6E4-A32798AB39B3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42" name="对象 241">
              <a:extLst>
                <a:ext uri="{FF2B5EF4-FFF2-40B4-BE49-F238E27FC236}">
                  <a16:creationId xmlns:a16="http://schemas.microsoft.com/office/drawing/2014/main" id="{3AC22744-6EFB-0C0B-0ADB-942D3709AC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2176474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77480" imgH="164880" progId="Equation.DSMT4">
                    <p:embed/>
                  </p:oleObj>
                </mc:Choice>
                <mc:Fallback>
                  <p:oleObj name="Equation" r:id="rId33" imgW="177480" imgH="164880" progId="Equation.DSMT4">
                    <p:embed/>
                    <p:pic>
                      <p:nvPicPr>
                        <p:cNvPr id="239" name="对象 238">
                          <a:extLst>
                            <a:ext uri="{FF2B5EF4-FFF2-40B4-BE49-F238E27FC236}">
                              <a16:creationId xmlns:a16="http://schemas.microsoft.com/office/drawing/2014/main" id="{D29C74EC-2F1E-9843-9E29-08DBE16BA0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D9B7F2EC-9504-6448-CA6A-E30E515E33FB}"/>
              </a:ext>
            </a:extLst>
          </p:cNvPr>
          <p:cNvGrpSpPr/>
          <p:nvPr/>
        </p:nvGrpSpPr>
        <p:grpSpPr>
          <a:xfrm>
            <a:off x="8474316" y="2010599"/>
            <a:ext cx="458214" cy="480344"/>
            <a:chOff x="2404918" y="772593"/>
            <a:chExt cx="587581" cy="573043"/>
          </a:xfrm>
        </p:grpSpPr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2DE9CC5A-EAFB-6E02-81F4-184458F19657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45" name="对象 244">
              <a:extLst>
                <a:ext uri="{FF2B5EF4-FFF2-40B4-BE49-F238E27FC236}">
                  <a16:creationId xmlns:a16="http://schemas.microsoft.com/office/drawing/2014/main" id="{872A96B0-E2A2-BADF-D8E2-6A3FD39A60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0730086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77480" imgH="164880" progId="Equation.DSMT4">
                    <p:embed/>
                  </p:oleObj>
                </mc:Choice>
                <mc:Fallback>
                  <p:oleObj name="Equation" r:id="rId34" imgW="177480" imgH="164880" progId="Equation.DSMT4">
                    <p:embed/>
                    <p:pic>
                      <p:nvPicPr>
                        <p:cNvPr id="242" name="对象 241">
                          <a:extLst>
                            <a:ext uri="{FF2B5EF4-FFF2-40B4-BE49-F238E27FC236}">
                              <a16:creationId xmlns:a16="http://schemas.microsoft.com/office/drawing/2014/main" id="{3AC22744-6EFB-0C0B-0ADB-942D3709AC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F9CA3BA0-8F21-8D1D-D336-4118BE20C47C}"/>
              </a:ext>
            </a:extLst>
          </p:cNvPr>
          <p:cNvGrpSpPr/>
          <p:nvPr/>
        </p:nvGrpSpPr>
        <p:grpSpPr>
          <a:xfrm>
            <a:off x="9085595" y="2010599"/>
            <a:ext cx="458214" cy="480344"/>
            <a:chOff x="2404918" y="772593"/>
            <a:chExt cx="587581" cy="573043"/>
          </a:xfrm>
        </p:grpSpPr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34FF1962-1E5E-4F7B-F85B-BA1CC2FC8BB2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48" name="对象 247">
              <a:extLst>
                <a:ext uri="{FF2B5EF4-FFF2-40B4-BE49-F238E27FC236}">
                  <a16:creationId xmlns:a16="http://schemas.microsoft.com/office/drawing/2014/main" id="{ED08F04E-1C2B-2013-8D7D-1E44CDB72E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0816069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77480" imgH="164880" progId="Equation.DSMT4">
                    <p:embed/>
                  </p:oleObj>
                </mc:Choice>
                <mc:Fallback>
                  <p:oleObj name="Equation" r:id="rId35" imgW="177480" imgH="164880" progId="Equation.DSMT4">
                    <p:embed/>
                    <p:pic>
                      <p:nvPicPr>
                        <p:cNvPr id="245" name="对象 244">
                          <a:extLst>
                            <a:ext uri="{FF2B5EF4-FFF2-40B4-BE49-F238E27FC236}">
                              <a16:creationId xmlns:a16="http://schemas.microsoft.com/office/drawing/2014/main" id="{872A96B0-E2A2-BADF-D8E2-6A3FD39A603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D9E7DD2B-1980-EB32-69AB-A0D5BE1A40E5}"/>
              </a:ext>
            </a:extLst>
          </p:cNvPr>
          <p:cNvGrpSpPr/>
          <p:nvPr/>
        </p:nvGrpSpPr>
        <p:grpSpPr>
          <a:xfrm>
            <a:off x="9763247" y="2010599"/>
            <a:ext cx="458214" cy="480344"/>
            <a:chOff x="2404918" y="772593"/>
            <a:chExt cx="587581" cy="573043"/>
          </a:xfrm>
        </p:grpSpPr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D1F5A460-7880-F463-8B6D-A8B9DA0D238F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51" name="对象 250">
              <a:extLst>
                <a:ext uri="{FF2B5EF4-FFF2-40B4-BE49-F238E27FC236}">
                  <a16:creationId xmlns:a16="http://schemas.microsoft.com/office/drawing/2014/main" id="{82A89DF4-F0D4-12A4-491D-2716A1C76E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4117083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77480" imgH="164880" progId="Equation.DSMT4">
                    <p:embed/>
                  </p:oleObj>
                </mc:Choice>
                <mc:Fallback>
                  <p:oleObj name="Equation" r:id="rId36" imgW="177480" imgH="164880" progId="Equation.DSMT4">
                    <p:embed/>
                    <p:pic>
                      <p:nvPicPr>
                        <p:cNvPr id="248" name="对象 247">
                          <a:extLst>
                            <a:ext uri="{FF2B5EF4-FFF2-40B4-BE49-F238E27FC236}">
                              <a16:creationId xmlns:a16="http://schemas.microsoft.com/office/drawing/2014/main" id="{ED08F04E-1C2B-2013-8D7D-1E44CDB72E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77BED7B9-7FBA-F2ED-5EEE-5FA9303C133D}"/>
              </a:ext>
            </a:extLst>
          </p:cNvPr>
          <p:cNvGrpSpPr/>
          <p:nvPr/>
        </p:nvGrpSpPr>
        <p:grpSpPr>
          <a:xfrm>
            <a:off x="10415337" y="2010599"/>
            <a:ext cx="458214" cy="480344"/>
            <a:chOff x="2404918" y="772593"/>
            <a:chExt cx="587581" cy="573043"/>
          </a:xfrm>
        </p:grpSpPr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55E32778-40E1-597B-201B-22EA46848503}"/>
                </a:ext>
              </a:extLst>
            </p:cNvPr>
            <p:cNvSpPr/>
            <p:nvPr/>
          </p:nvSpPr>
          <p:spPr>
            <a:xfrm>
              <a:off x="2404918" y="772593"/>
              <a:ext cx="587581" cy="57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54" name="对象 253">
              <a:extLst>
                <a:ext uri="{FF2B5EF4-FFF2-40B4-BE49-F238E27FC236}">
                  <a16:creationId xmlns:a16="http://schemas.microsoft.com/office/drawing/2014/main" id="{188E447E-160C-23C4-5A03-AA640D3661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6341967"/>
                </p:ext>
              </p:extLst>
            </p:nvPr>
          </p:nvGraphicFramePr>
          <p:xfrm>
            <a:off x="2566768" y="927027"/>
            <a:ext cx="265316" cy="258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177480" imgH="164880" progId="Equation.DSMT4">
                    <p:embed/>
                  </p:oleObj>
                </mc:Choice>
                <mc:Fallback>
                  <p:oleObj name="Equation" r:id="rId37" imgW="177480" imgH="164880" progId="Equation.DSMT4">
                    <p:embed/>
                    <p:pic>
                      <p:nvPicPr>
                        <p:cNvPr id="251" name="对象 250">
                          <a:extLst>
                            <a:ext uri="{FF2B5EF4-FFF2-40B4-BE49-F238E27FC236}">
                              <a16:creationId xmlns:a16="http://schemas.microsoft.com/office/drawing/2014/main" id="{82A89DF4-F0D4-12A4-491D-2716A1C76E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6768" y="927027"/>
                          <a:ext cx="265316" cy="2585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" name="组合 292">
            <a:extLst>
              <a:ext uri="{FF2B5EF4-FFF2-40B4-BE49-F238E27FC236}">
                <a16:creationId xmlns:a16="http://schemas.microsoft.com/office/drawing/2014/main" id="{345D1156-7FD3-26E0-5375-6B53A85EEC04}"/>
              </a:ext>
            </a:extLst>
          </p:cNvPr>
          <p:cNvGrpSpPr/>
          <p:nvPr/>
        </p:nvGrpSpPr>
        <p:grpSpPr>
          <a:xfrm>
            <a:off x="3350786" y="324527"/>
            <a:ext cx="460776" cy="2166416"/>
            <a:chOff x="3350786" y="324527"/>
            <a:chExt cx="460776" cy="2166416"/>
          </a:xfrm>
        </p:grpSpPr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0150FEF8-A5CD-C57A-D811-E0B28F438255}"/>
                </a:ext>
              </a:extLst>
            </p:cNvPr>
            <p:cNvSpPr/>
            <p:nvPr/>
          </p:nvSpPr>
          <p:spPr>
            <a:xfrm>
              <a:off x="3534299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749CD88C-C71D-E86F-C0AC-F508EE3BCDE1}"/>
                </a:ext>
              </a:extLst>
            </p:cNvPr>
            <p:cNvCxnSpPr>
              <a:cxnSpLocks/>
              <a:stCxn id="161" idx="4"/>
            </p:cNvCxnSpPr>
            <p:nvPr/>
          </p:nvCxnSpPr>
          <p:spPr>
            <a:xfrm>
              <a:off x="3576897" y="410619"/>
              <a:ext cx="9630" cy="16413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0171BE63-2D75-54A3-7B63-07478CD0ACE5}"/>
                </a:ext>
              </a:extLst>
            </p:cNvPr>
            <p:cNvSpPr/>
            <p:nvPr/>
          </p:nvSpPr>
          <p:spPr>
            <a:xfrm>
              <a:off x="3540926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C27BB842-DDEE-4D63-DAF6-85894B4C588D}"/>
                </a:ext>
              </a:extLst>
            </p:cNvPr>
            <p:cNvGrpSpPr/>
            <p:nvPr/>
          </p:nvGrpSpPr>
          <p:grpSpPr>
            <a:xfrm>
              <a:off x="3350786" y="2010599"/>
              <a:ext cx="460776" cy="480344"/>
              <a:chOff x="2404918" y="772593"/>
              <a:chExt cx="587581" cy="573043"/>
            </a:xfrm>
          </p:grpSpPr>
          <p:sp>
            <p:nvSpPr>
              <p:cNvPr id="256" name="矩形 255">
                <a:extLst>
                  <a:ext uri="{FF2B5EF4-FFF2-40B4-BE49-F238E27FC236}">
                    <a16:creationId xmlns:a16="http://schemas.microsoft.com/office/drawing/2014/main" id="{1E1C406F-02E0-81B6-5B2E-AF7262B49789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57" name="对象 256">
                <a:extLst>
                  <a:ext uri="{FF2B5EF4-FFF2-40B4-BE49-F238E27FC236}">
                    <a16:creationId xmlns:a16="http://schemas.microsoft.com/office/drawing/2014/main" id="{C3CD3591-596D-E494-E5E9-080FEBB065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177" name="对象 176">
                            <a:extLst>
                              <a:ext uri="{FF2B5EF4-FFF2-40B4-BE49-F238E27FC236}">
                                <a16:creationId xmlns:a16="http://schemas.microsoft.com/office/drawing/2014/main" id="{15A40A3E-5AEB-290C-CA42-3D3EF1370D1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4" name="组合 293">
            <a:extLst>
              <a:ext uri="{FF2B5EF4-FFF2-40B4-BE49-F238E27FC236}">
                <a16:creationId xmlns:a16="http://schemas.microsoft.com/office/drawing/2014/main" id="{C8487AA1-2E0E-A822-946B-3FF624602AE1}"/>
              </a:ext>
            </a:extLst>
          </p:cNvPr>
          <p:cNvGrpSpPr/>
          <p:nvPr/>
        </p:nvGrpSpPr>
        <p:grpSpPr>
          <a:xfrm>
            <a:off x="3980530" y="324527"/>
            <a:ext cx="460776" cy="2166416"/>
            <a:chOff x="3980530" y="324527"/>
            <a:chExt cx="460776" cy="2166416"/>
          </a:xfrm>
        </p:grpSpPr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34437174-5758-B520-8577-56654D0D908D}"/>
                </a:ext>
              </a:extLst>
            </p:cNvPr>
            <p:cNvSpPr/>
            <p:nvPr/>
          </p:nvSpPr>
          <p:spPr>
            <a:xfrm>
              <a:off x="4174434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A9560DF4-8652-BE5D-9B17-31E4C77DEE83}"/>
                </a:ext>
              </a:extLst>
            </p:cNvPr>
            <p:cNvCxnSpPr>
              <a:cxnSpLocks/>
              <a:stCxn id="153" idx="4"/>
            </p:cNvCxnSpPr>
            <p:nvPr/>
          </p:nvCxnSpPr>
          <p:spPr>
            <a:xfrm flipH="1">
              <a:off x="4217031" y="410619"/>
              <a:ext cx="1" cy="16348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879BE387-5B55-C85E-4036-93A1B8150242}"/>
                </a:ext>
              </a:extLst>
            </p:cNvPr>
            <p:cNvSpPr/>
            <p:nvPr/>
          </p:nvSpPr>
          <p:spPr>
            <a:xfrm>
              <a:off x="4181061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494A9FBC-232A-B948-92CB-5E7632F4C8F2}"/>
                </a:ext>
              </a:extLst>
            </p:cNvPr>
            <p:cNvGrpSpPr/>
            <p:nvPr/>
          </p:nvGrpSpPr>
          <p:grpSpPr>
            <a:xfrm>
              <a:off x="3980530" y="2010599"/>
              <a:ext cx="460776" cy="480344"/>
              <a:chOff x="2404918" y="772593"/>
              <a:chExt cx="587581" cy="573043"/>
            </a:xfrm>
          </p:grpSpPr>
          <p:sp>
            <p:nvSpPr>
              <p:cNvPr id="259" name="矩形 258">
                <a:extLst>
                  <a:ext uri="{FF2B5EF4-FFF2-40B4-BE49-F238E27FC236}">
                    <a16:creationId xmlns:a16="http://schemas.microsoft.com/office/drawing/2014/main" id="{8BDA6C77-4742-5AD3-04CD-B828F8918AA4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60" name="对象 259">
                <a:extLst>
                  <a:ext uri="{FF2B5EF4-FFF2-40B4-BE49-F238E27FC236}">
                    <a16:creationId xmlns:a16="http://schemas.microsoft.com/office/drawing/2014/main" id="{3D17D994-AB3A-A49B-5542-E04DD1EF35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177" name="对象 176">
                            <a:extLst>
                              <a:ext uri="{FF2B5EF4-FFF2-40B4-BE49-F238E27FC236}">
                                <a16:creationId xmlns:a16="http://schemas.microsoft.com/office/drawing/2014/main" id="{15A40A3E-5AEB-290C-CA42-3D3EF1370D1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5" name="组合 294">
            <a:extLst>
              <a:ext uri="{FF2B5EF4-FFF2-40B4-BE49-F238E27FC236}">
                <a16:creationId xmlns:a16="http://schemas.microsoft.com/office/drawing/2014/main" id="{7064C40B-F2DC-8D54-7DF4-7AEA1E7A1F9E}"/>
              </a:ext>
            </a:extLst>
          </p:cNvPr>
          <p:cNvGrpSpPr/>
          <p:nvPr/>
        </p:nvGrpSpPr>
        <p:grpSpPr>
          <a:xfrm>
            <a:off x="4738694" y="324527"/>
            <a:ext cx="460776" cy="2166416"/>
            <a:chOff x="4695803" y="324527"/>
            <a:chExt cx="460776" cy="2166416"/>
          </a:xfrm>
        </p:grpSpPr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E8966A28-6062-ED96-EC9C-B9E858FB3A1B}"/>
                </a:ext>
              </a:extLst>
            </p:cNvPr>
            <p:cNvSpPr/>
            <p:nvPr/>
          </p:nvSpPr>
          <p:spPr>
            <a:xfrm>
              <a:off x="4838501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557B281E-0DE6-D0CA-E3BE-39BA8695075B}"/>
                </a:ext>
              </a:extLst>
            </p:cNvPr>
            <p:cNvCxnSpPr>
              <a:cxnSpLocks/>
              <a:stCxn id="143" idx="4"/>
            </p:cNvCxnSpPr>
            <p:nvPr/>
          </p:nvCxnSpPr>
          <p:spPr>
            <a:xfrm flipH="1">
              <a:off x="4881098" y="410619"/>
              <a:ext cx="1" cy="16348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E8C8FED9-A65D-A2DE-4F33-577D806B12B0}"/>
                </a:ext>
              </a:extLst>
            </p:cNvPr>
            <p:cNvSpPr/>
            <p:nvPr/>
          </p:nvSpPr>
          <p:spPr>
            <a:xfrm>
              <a:off x="4845128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591B79C5-1FC4-06CA-B8DF-1F86006E3A7C}"/>
                </a:ext>
              </a:extLst>
            </p:cNvPr>
            <p:cNvGrpSpPr/>
            <p:nvPr/>
          </p:nvGrpSpPr>
          <p:grpSpPr>
            <a:xfrm>
              <a:off x="4695803" y="2010599"/>
              <a:ext cx="460776" cy="480344"/>
              <a:chOff x="2404918" y="772593"/>
              <a:chExt cx="587581" cy="573043"/>
            </a:xfrm>
          </p:grpSpPr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862810E5-B76A-E95F-5FE2-D9ED834869A4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63" name="对象 262">
                <a:extLst>
                  <a:ext uri="{FF2B5EF4-FFF2-40B4-BE49-F238E27FC236}">
                    <a16:creationId xmlns:a16="http://schemas.microsoft.com/office/drawing/2014/main" id="{32FDDB9C-DCE9-EFAC-7B7A-E53C963C71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57" name="对象 256">
                            <a:extLst>
                              <a:ext uri="{FF2B5EF4-FFF2-40B4-BE49-F238E27FC236}">
                                <a16:creationId xmlns:a16="http://schemas.microsoft.com/office/drawing/2014/main" id="{C3CD3591-596D-E494-E5E9-080FEBB0658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6" name="组合 295">
            <a:extLst>
              <a:ext uri="{FF2B5EF4-FFF2-40B4-BE49-F238E27FC236}">
                <a16:creationId xmlns:a16="http://schemas.microsoft.com/office/drawing/2014/main" id="{3C11C38A-5869-F2C3-BFD1-F235FD87E392}"/>
              </a:ext>
            </a:extLst>
          </p:cNvPr>
          <p:cNvGrpSpPr/>
          <p:nvPr/>
        </p:nvGrpSpPr>
        <p:grpSpPr>
          <a:xfrm>
            <a:off x="5393726" y="324527"/>
            <a:ext cx="460776" cy="2166416"/>
            <a:chOff x="5325547" y="324527"/>
            <a:chExt cx="460776" cy="2166416"/>
          </a:xfrm>
        </p:grpSpPr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DCE9A18B-DBC9-06F8-07DC-EF954D924A72}"/>
                </a:ext>
              </a:extLst>
            </p:cNvPr>
            <p:cNvSpPr/>
            <p:nvPr/>
          </p:nvSpPr>
          <p:spPr>
            <a:xfrm>
              <a:off x="5528898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3BA73FA-AA67-4D0A-12EC-4E45D25BDA68}"/>
                </a:ext>
              </a:extLst>
            </p:cNvPr>
            <p:cNvCxnSpPr>
              <a:cxnSpLocks/>
              <a:stCxn id="135" idx="4"/>
            </p:cNvCxnSpPr>
            <p:nvPr/>
          </p:nvCxnSpPr>
          <p:spPr>
            <a:xfrm flipH="1">
              <a:off x="5571495" y="410619"/>
              <a:ext cx="1" cy="16413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B7C680B1-F1AA-CEAB-2D3D-B1556D68C1F5}"/>
                </a:ext>
              </a:extLst>
            </p:cNvPr>
            <p:cNvSpPr/>
            <p:nvPr/>
          </p:nvSpPr>
          <p:spPr>
            <a:xfrm>
              <a:off x="5535525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4" name="组合 263">
              <a:extLst>
                <a:ext uri="{FF2B5EF4-FFF2-40B4-BE49-F238E27FC236}">
                  <a16:creationId xmlns:a16="http://schemas.microsoft.com/office/drawing/2014/main" id="{C11A1770-CE7B-9D4F-1116-90EE43EB61DD}"/>
                </a:ext>
              </a:extLst>
            </p:cNvPr>
            <p:cNvGrpSpPr/>
            <p:nvPr/>
          </p:nvGrpSpPr>
          <p:grpSpPr>
            <a:xfrm>
              <a:off x="5325547" y="2010599"/>
              <a:ext cx="460776" cy="480344"/>
              <a:chOff x="2404918" y="772593"/>
              <a:chExt cx="587581" cy="573043"/>
            </a:xfrm>
          </p:grpSpPr>
          <p:sp>
            <p:nvSpPr>
              <p:cNvPr id="265" name="矩形 264">
                <a:extLst>
                  <a:ext uri="{FF2B5EF4-FFF2-40B4-BE49-F238E27FC236}">
                    <a16:creationId xmlns:a16="http://schemas.microsoft.com/office/drawing/2014/main" id="{6FD73439-766B-CDE5-F199-80BEC67099B5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66" name="对象 265">
                <a:extLst>
                  <a:ext uri="{FF2B5EF4-FFF2-40B4-BE49-F238E27FC236}">
                    <a16:creationId xmlns:a16="http://schemas.microsoft.com/office/drawing/2014/main" id="{6E533B9D-DBEA-ED0E-B1B2-8525B6E4CC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60" name="对象 259">
                            <a:extLst>
                              <a:ext uri="{FF2B5EF4-FFF2-40B4-BE49-F238E27FC236}">
                                <a16:creationId xmlns:a16="http://schemas.microsoft.com/office/drawing/2014/main" id="{3D17D994-AB3A-A49B-5542-E04DD1EF35D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5B453F6E-1032-433F-A8D7-D775680E71FC}"/>
              </a:ext>
            </a:extLst>
          </p:cNvPr>
          <p:cNvGrpSpPr/>
          <p:nvPr/>
        </p:nvGrpSpPr>
        <p:grpSpPr>
          <a:xfrm>
            <a:off x="6281823" y="324527"/>
            <a:ext cx="460776" cy="3135593"/>
            <a:chOff x="6238904" y="324527"/>
            <a:chExt cx="460776" cy="3135593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8689082F-1BA1-B4DA-8379-92D71F0CB9DB}"/>
                </a:ext>
              </a:extLst>
            </p:cNvPr>
            <p:cNvSpPr/>
            <p:nvPr/>
          </p:nvSpPr>
          <p:spPr>
            <a:xfrm>
              <a:off x="6387720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856CEC57-B4A0-9761-EB33-FF3880C012FC}"/>
                </a:ext>
              </a:extLst>
            </p:cNvPr>
            <p:cNvCxnSpPr>
              <a:cxnSpLocks/>
              <a:stCxn id="125" idx="4"/>
            </p:cNvCxnSpPr>
            <p:nvPr/>
          </p:nvCxnSpPr>
          <p:spPr>
            <a:xfrm>
              <a:off x="6430318" y="410619"/>
              <a:ext cx="13251" cy="25674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97D5F179-87C5-BD5F-36E9-D5F9FC5DF920}"/>
                </a:ext>
              </a:extLst>
            </p:cNvPr>
            <p:cNvSpPr/>
            <p:nvPr/>
          </p:nvSpPr>
          <p:spPr>
            <a:xfrm>
              <a:off x="6394347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378A6B7-3EE0-2DE8-6FCC-890F96EE8390}"/>
                </a:ext>
              </a:extLst>
            </p:cNvPr>
            <p:cNvSpPr/>
            <p:nvPr/>
          </p:nvSpPr>
          <p:spPr>
            <a:xfrm>
              <a:off x="6394348" y="220772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7" name="组合 266">
              <a:extLst>
                <a:ext uri="{FF2B5EF4-FFF2-40B4-BE49-F238E27FC236}">
                  <a16:creationId xmlns:a16="http://schemas.microsoft.com/office/drawing/2014/main" id="{CAB9ACA3-EDC2-E7A5-1471-778F4FAAA9A4}"/>
                </a:ext>
              </a:extLst>
            </p:cNvPr>
            <p:cNvGrpSpPr/>
            <p:nvPr/>
          </p:nvGrpSpPr>
          <p:grpSpPr>
            <a:xfrm>
              <a:off x="6238904" y="2979776"/>
              <a:ext cx="460776" cy="480344"/>
              <a:chOff x="2404918" y="772593"/>
              <a:chExt cx="587581" cy="573043"/>
            </a:xfrm>
          </p:grpSpPr>
          <p:sp>
            <p:nvSpPr>
              <p:cNvPr id="268" name="矩形 267">
                <a:extLst>
                  <a:ext uri="{FF2B5EF4-FFF2-40B4-BE49-F238E27FC236}">
                    <a16:creationId xmlns:a16="http://schemas.microsoft.com/office/drawing/2014/main" id="{6A20B161-271E-F8B6-03EF-E8A62EB3CB71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69" name="对象 268">
                <a:extLst>
                  <a:ext uri="{FF2B5EF4-FFF2-40B4-BE49-F238E27FC236}">
                    <a16:creationId xmlns:a16="http://schemas.microsoft.com/office/drawing/2014/main" id="{2B9EC3FD-2FEF-291E-3392-5E37A56CCA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57" name="对象 256">
                            <a:extLst>
                              <a:ext uri="{FF2B5EF4-FFF2-40B4-BE49-F238E27FC236}">
                                <a16:creationId xmlns:a16="http://schemas.microsoft.com/office/drawing/2014/main" id="{C3CD3591-596D-E494-E5E9-080FEBB0658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8" name="组合 297">
            <a:extLst>
              <a:ext uri="{FF2B5EF4-FFF2-40B4-BE49-F238E27FC236}">
                <a16:creationId xmlns:a16="http://schemas.microsoft.com/office/drawing/2014/main" id="{939A75C3-D314-709B-7312-03FAC27D8162}"/>
              </a:ext>
            </a:extLst>
          </p:cNvPr>
          <p:cNvGrpSpPr/>
          <p:nvPr/>
        </p:nvGrpSpPr>
        <p:grpSpPr>
          <a:xfrm>
            <a:off x="6868648" y="324527"/>
            <a:ext cx="460776" cy="3135593"/>
            <a:chOff x="6868648" y="324527"/>
            <a:chExt cx="460776" cy="3135593"/>
          </a:xfrm>
        </p:grpSpPr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816AA1F7-3541-5190-B943-51C7E805DE0A}"/>
                </a:ext>
              </a:extLst>
            </p:cNvPr>
            <p:cNvSpPr/>
            <p:nvPr/>
          </p:nvSpPr>
          <p:spPr>
            <a:xfrm>
              <a:off x="7034727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5F65EA3B-BE35-A0D7-515C-9A6D9A58239B}"/>
                </a:ext>
              </a:extLst>
            </p:cNvPr>
            <p:cNvCxnSpPr>
              <a:cxnSpLocks/>
              <a:stCxn id="117" idx="4"/>
            </p:cNvCxnSpPr>
            <p:nvPr/>
          </p:nvCxnSpPr>
          <p:spPr>
            <a:xfrm>
              <a:off x="7077325" y="410619"/>
              <a:ext cx="13251" cy="25674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8AD56E6D-B588-BCCF-7DC9-CF9A2DAC803C}"/>
                </a:ext>
              </a:extLst>
            </p:cNvPr>
            <p:cNvSpPr/>
            <p:nvPr/>
          </p:nvSpPr>
          <p:spPr>
            <a:xfrm>
              <a:off x="7041354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BB81084-DBBE-BF8A-56D4-96CF1022A719}"/>
                </a:ext>
              </a:extLst>
            </p:cNvPr>
            <p:cNvSpPr/>
            <p:nvPr/>
          </p:nvSpPr>
          <p:spPr>
            <a:xfrm>
              <a:off x="7041355" y="220772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8B22DD5C-1083-BF5E-374C-9B223ADC7E41}"/>
                </a:ext>
              </a:extLst>
            </p:cNvPr>
            <p:cNvGrpSpPr/>
            <p:nvPr/>
          </p:nvGrpSpPr>
          <p:grpSpPr>
            <a:xfrm>
              <a:off x="6868648" y="2979776"/>
              <a:ext cx="460776" cy="480344"/>
              <a:chOff x="2404918" y="772593"/>
              <a:chExt cx="587581" cy="573043"/>
            </a:xfrm>
          </p:grpSpPr>
          <p:sp>
            <p:nvSpPr>
              <p:cNvPr id="271" name="矩形 270">
                <a:extLst>
                  <a:ext uri="{FF2B5EF4-FFF2-40B4-BE49-F238E27FC236}">
                    <a16:creationId xmlns:a16="http://schemas.microsoft.com/office/drawing/2014/main" id="{81A6A4CA-8A72-A113-48F5-59C56671B173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72" name="对象 271">
                <a:extLst>
                  <a:ext uri="{FF2B5EF4-FFF2-40B4-BE49-F238E27FC236}">
                    <a16:creationId xmlns:a16="http://schemas.microsoft.com/office/drawing/2014/main" id="{7F5D7B67-433F-F8CE-C044-5509234AC4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60" name="对象 259">
                            <a:extLst>
                              <a:ext uri="{FF2B5EF4-FFF2-40B4-BE49-F238E27FC236}">
                                <a16:creationId xmlns:a16="http://schemas.microsoft.com/office/drawing/2014/main" id="{3D17D994-AB3A-A49B-5542-E04DD1EF35D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52656058-05C4-CCA6-08EB-5ABD25189554}"/>
              </a:ext>
            </a:extLst>
          </p:cNvPr>
          <p:cNvGrpSpPr/>
          <p:nvPr/>
        </p:nvGrpSpPr>
        <p:grpSpPr>
          <a:xfrm>
            <a:off x="7522180" y="324527"/>
            <a:ext cx="460776" cy="3135593"/>
            <a:chOff x="7522180" y="324527"/>
            <a:chExt cx="460776" cy="3135593"/>
          </a:xfrm>
        </p:grpSpPr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B6A0A375-215A-48B3-5404-4F00D8E4A51B}"/>
                </a:ext>
              </a:extLst>
            </p:cNvPr>
            <p:cNvSpPr/>
            <p:nvPr/>
          </p:nvSpPr>
          <p:spPr>
            <a:xfrm>
              <a:off x="7678204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3228B438-8523-63CB-B3B2-D626D00DB2CE}"/>
                </a:ext>
              </a:extLst>
            </p:cNvPr>
            <p:cNvCxnSpPr>
              <a:cxnSpLocks/>
              <a:stCxn id="109" idx="4"/>
            </p:cNvCxnSpPr>
            <p:nvPr/>
          </p:nvCxnSpPr>
          <p:spPr>
            <a:xfrm>
              <a:off x="7720802" y="410619"/>
              <a:ext cx="13251" cy="2563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3E060527-29CB-EC71-446F-6ADDB14C2F55}"/>
                </a:ext>
              </a:extLst>
            </p:cNvPr>
            <p:cNvSpPr/>
            <p:nvPr/>
          </p:nvSpPr>
          <p:spPr>
            <a:xfrm>
              <a:off x="7684831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00B170B-D9C1-438F-746C-29B80A9F6719}"/>
                </a:ext>
              </a:extLst>
            </p:cNvPr>
            <p:cNvSpPr/>
            <p:nvPr/>
          </p:nvSpPr>
          <p:spPr>
            <a:xfrm>
              <a:off x="7683513" y="220772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3" name="组合 272">
              <a:extLst>
                <a:ext uri="{FF2B5EF4-FFF2-40B4-BE49-F238E27FC236}">
                  <a16:creationId xmlns:a16="http://schemas.microsoft.com/office/drawing/2014/main" id="{B73D0344-56FB-1038-A095-296B0D46485A}"/>
                </a:ext>
              </a:extLst>
            </p:cNvPr>
            <p:cNvGrpSpPr/>
            <p:nvPr/>
          </p:nvGrpSpPr>
          <p:grpSpPr>
            <a:xfrm>
              <a:off x="7522180" y="2979776"/>
              <a:ext cx="460776" cy="480344"/>
              <a:chOff x="2404918" y="772593"/>
              <a:chExt cx="587581" cy="573043"/>
            </a:xfrm>
          </p:grpSpPr>
          <p:sp>
            <p:nvSpPr>
              <p:cNvPr id="274" name="矩形 273">
                <a:extLst>
                  <a:ext uri="{FF2B5EF4-FFF2-40B4-BE49-F238E27FC236}">
                    <a16:creationId xmlns:a16="http://schemas.microsoft.com/office/drawing/2014/main" id="{4167C443-0D6D-7F83-598A-5F00FA8781DA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75" name="对象 274">
                <a:extLst>
                  <a:ext uri="{FF2B5EF4-FFF2-40B4-BE49-F238E27FC236}">
                    <a16:creationId xmlns:a16="http://schemas.microsoft.com/office/drawing/2014/main" id="{D5193F68-B925-5ABB-0816-0CB9BB2BC20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57" name="对象 256">
                            <a:extLst>
                              <a:ext uri="{FF2B5EF4-FFF2-40B4-BE49-F238E27FC236}">
                                <a16:creationId xmlns:a16="http://schemas.microsoft.com/office/drawing/2014/main" id="{C3CD3591-596D-E494-E5E9-080FEBB0658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00" name="组合 299">
            <a:extLst>
              <a:ext uri="{FF2B5EF4-FFF2-40B4-BE49-F238E27FC236}">
                <a16:creationId xmlns:a16="http://schemas.microsoft.com/office/drawing/2014/main" id="{1E82BB35-92D2-0AE4-461D-353FA799AFD5}"/>
              </a:ext>
            </a:extLst>
          </p:cNvPr>
          <p:cNvGrpSpPr/>
          <p:nvPr/>
        </p:nvGrpSpPr>
        <p:grpSpPr>
          <a:xfrm>
            <a:off x="8188209" y="324527"/>
            <a:ext cx="460776" cy="3135593"/>
            <a:chOff x="8151924" y="324527"/>
            <a:chExt cx="460776" cy="3135593"/>
          </a:xfrm>
        </p:grpSpPr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06E453E0-0FF5-9262-FB98-8E11BA56C519}"/>
                </a:ext>
              </a:extLst>
            </p:cNvPr>
            <p:cNvSpPr/>
            <p:nvPr/>
          </p:nvSpPr>
          <p:spPr>
            <a:xfrm>
              <a:off x="8307108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F091B5A4-A370-F558-44FC-C37BEC24F6B8}"/>
                </a:ext>
              </a:extLst>
            </p:cNvPr>
            <p:cNvCxnSpPr>
              <a:cxnSpLocks/>
              <a:stCxn id="99" idx="4"/>
            </p:cNvCxnSpPr>
            <p:nvPr/>
          </p:nvCxnSpPr>
          <p:spPr>
            <a:xfrm>
              <a:off x="8349706" y="410619"/>
              <a:ext cx="13251" cy="2563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043EC33C-0D2D-8902-F460-9283949E42DE}"/>
                </a:ext>
              </a:extLst>
            </p:cNvPr>
            <p:cNvSpPr/>
            <p:nvPr/>
          </p:nvSpPr>
          <p:spPr>
            <a:xfrm>
              <a:off x="8313735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1AF54ACC-3E1C-5A6B-A4D3-3A6CAB578874}"/>
                </a:ext>
              </a:extLst>
            </p:cNvPr>
            <p:cNvSpPr/>
            <p:nvPr/>
          </p:nvSpPr>
          <p:spPr>
            <a:xfrm>
              <a:off x="8312417" y="220772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6" name="组合 275">
              <a:extLst>
                <a:ext uri="{FF2B5EF4-FFF2-40B4-BE49-F238E27FC236}">
                  <a16:creationId xmlns:a16="http://schemas.microsoft.com/office/drawing/2014/main" id="{B502576D-C8CF-9500-FF1A-04DECB0F5D63}"/>
                </a:ext>
              </a:extLst>
            </p:cNvPr>
            <p:cNvGrpSpPr/>
            <p:nvPr/>
          </p:nvGrpSpPr>
          <p:grpSpPr>
            <a:xfrm>
              <a:off x="8151924" y="2979776"/>
              <a:ext cx="460776" cy="480344"/>
              <a:chOff x="2404918" y="772593"/>
              <a:chExt cx="587581" cy="573043"/>
            </a:xfrm>
          </p:grpSpPr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FE93677E-800D-A1C2-619E-16BEC0298A96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78" name="对象 277">
                <a:extLst>
                  <a:ext uri="{FF2B5EF4-FFF2-40B4-BE49-F238E27FC236}">
                    <a16:creationId xmlns:a16="http://schemas.microsoft.com/office/drawing/2014/main" id="{4177A817-FB24-DE9C-D271-6C963609DB4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60" name="对象 259">
                            <a:extLst>
                              <a:ext uri="{FF2B5EF4-FFF2-40B4-BE49-F238E27FC236}">
                                <a16:creationId xmlns:a16="http://schemas.microsoft.com/office/drawing/2014/main" id="{3D17D994-AB3A-A49B-5542-E04DD1EF35D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01" name="组合 300">
            <a:extLst>
              <a:ext uri="{FF2B5EF4-FFF2-40B4-BE49-F238E27FC236}">
                <a16:creationId xmlns:a16="http://schemas.microsoft.com/office/drawing/2014/main" id="{C8D913A9-C2A5-F5A8-D27C-8DF002AA649B}"/>
              </a:ext>
            </a:extLst>
          </p:cNvPr>
          <p:cNvGrpSpPr/>
          <p:nvPr/>
        </p:nvGrpSpPr>
        <p:grpSpPr>
          <a:xfrm>
            <a:off x="8867197" y="324527"/>
            <a:ext cx="460776" cy="3135593"/>
            <a:chOff x="8867197" y="324527"/>
            <a:chExt cx="460776" cy="3135593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4B4CE31D-40EE-2C39-8F76-A14B714C9BB2}"/>
                </a:ext>
              </a:extLst>
            </p:cNvPr>
            <p:cNvSpPr/>
            <p:nvPr/>
          </p:nvSpPr>
          <p:spPr>
            <a:xfrm>
              <a:off x="8952107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F7FACA78-1897-D7FE-A1CA-41385452F66F}"/>
                </a:ext>
              </a:extLst>
            </p:cNvPr>
            <p:cNvCxnSpPr>
              <a:cxnSpLocks/>
              <a:stCxn id="87" idx="4"/>
            </p:cNvCxnSpPr>
            <p:nvPr/>
          </p:nvCxnSpPr>
          <p:spPr>
            <a:xfrm>
              <a:off x="8994705" y="410619"/>
              <a:ext cx="13251" cy="2563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7083FB49-F3A3-3BAC-9429-E260034E9ED5}"/>
                </a:ext>
              </a:extLst>
            </p:cNvPr>
            <p:cNvSpPr/>
            <p:nvPr/>
          </p:nvSpPr>
          <p:spPr>
            <a:xfrm>
              <a:off x="8958734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4FF1443-D8FF-32AB-78D0-1DD1E5B9B44E}"/>
                </a:ext>
              </a:extLst>
            </p:cNvPr>
            <p:cNvSpPr/>
            <p:nvPr/>
          </p:nvSpPr>
          <p:spPr>
            <a:xfrm>
              <a:off x="8958735" y="220772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E0AB6046-5C12-8AB4-A0F6-C5528534CDC4}"/>
                </a:ext>
              </a:extLst>
            </p:cNvPr>
            <p:cNvGrpSpPr/>
            <p:nvPr/>
          </p:nvGrpSpPr>
          <p:grpSpPr>
            <a:xfrm>
              <a:off x="8867197" y="2979776"/>
              <a:ext cx="460776" cy="480344"/>
              <a:chOff x="2404918" y="772593"/>
              <a:chExt cx="587581" cy="573043"/>
            </a:xfrm>
          </p:grpSpPr>
          <p:sp>
            <p:nvSpPr>
              <p:cNvPr id="280" name="矩形 279">
                <a:extLst>
                  <a:ext uri="{FF2B5EF4-FFF2-40B4-BE49-F238E27FC236}">
                    <a16:creationId xmlns:a16="http://schemas.microsoft.com/office/drawing/2014/main" id="{0DF712F9-BCE9-DE3E-BBC6-D791E26A3279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81" name="对象 280">
                <a:extLst>
                  <a:ext uri="{FF2B5EF4-FFF2-40B4-BE49-F238E27FC236}">
                    <a16:creationId xmlns:a16="http://schemas.microsoft.com/office/drawing/2014/main" id="{80D70290-8D6E-E90B-6540-530A49EE24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63" name="对象 262">
                            <a:extLst>
                              <a:ext uri="{FF2B5EF4-FFF2-40B4-BE49-F238E27FC236}">
                                <a16:creationId xmlns:a16="http://schemas.microsoft.com/office/drawing/2014/main" id="{32FDDB9C-DCE9-EFAC-7B7A-E53C963C71F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94115ABB-4C87-7958-C164-81EFC0232B36}"/>
              </a:ext>
            </a:extLst>
          </p:cNvPr>
          <p:cNvGrpSpPr/>
          <p:nvPr/>
        </p:nvGrpSpPr>
        <p:grpSpPr>
          <a:xfrm>
            <a:off x="9496941" y="324527"/>
            <a:ext cx="460776" cy="3135593"/>
            <a:chOff x="9496941" y="324527"/>
            <a:chExt cx="460776" cy="3135593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5291D4B7-3E0A-FBBB-937A-F6B573E2F856}"/>
                </a:ext>
              </a:extLst>
            </p:cNvPr>
            <p:cNvSpPr/>
            <p:nvPr/>
          </p:nvSpPr>
          <p:spPr>
            <a:xfrm>
              <a:off x="9587124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FAF9FC40-995F-525B-28E6-F070C48E8B97}"/>
                </a:ext>
              </a:extLst>
            </p:cNvPr>
            <p:cNvCxnSpPr>
              <a:cxnSpLocks/>
              <a:stCxn id="79" idx="4"/>
            </p:cNvCxnSpPr>
            <p:nvPr/>
          </p:nvCxnSpPr>
          <p:spPr>
            <a:xfrm>
              <a:off x="9629722" y="410619"/>
              <a:ext cx="13251" cy="25606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3E42E95D-9E9C-A5C3-9939-84AFDEA8587B}"/>
                </a:ext>
              </a:extLst>
            </p:cNvPr>
            <p:cNvSpPr/>
            <p:nvPr/>
          </p:nvSpPr>
          <p:spPr>
            <a:xfrm>
              <a:off x="9593751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F20C971A-D062-E2B8-42F6-C44C04B570F7}"/>
                </a:ext>
              </a:extLst>
            </p:cNvPr>
            <p:cNvSpPr/>
            <p:nvPr/>
          </p:nvSpPr>
          <p:spPr>
            <a:xfrm>
              <a:off x="9592433" y="220772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7106E233-5129-86FB-3787-22CC69082385}"/>
                </a:ext>
              </a:extLst>
            </p:cNvPr>
            <p:cNvGrpSpPr/>
            <p:nvPr/>
          </p:nvGrpSpPr>
          <p:grpSpPr>
            <a:xfrm>
              <a:off x="9496941" y="2979776"/>
              <a:ext cx="460776" cy="480344"/>
              <a:chOff x="2404918" y="772593"/>
              <a:chExt cx="587581" cy="573043"/>
            </a:xfrm>
          </p:grpSpPr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1E8F850E-BD4D-5931-40AE-A75B2A2D4772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84" name="对象 283">
                <a:extLst>
                  <a:ext uri="{FF2B5EF4-FFF2-40B4-BE49-F238E27FC236}">
                    <a16:creationId xmlns:a16="http://schemas.microsoft.com/office/drawing/2014/main" id="{C3303033-38E1-7339-7A27-AE622F8C8B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66" name="对象 265">
                            <a:extLst>
                              <a:ext uri="{FF2B5EF4-FFF2-40B4-BE49-F238E27FC236}">
                                <a16:creationId xmlns:a16="http://schemas.microsoft.com/office/drawing/2014/main" id="{6E533B9D-DBEA-ED0E-B1B2-8525B6E4CCD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03" name="组合 302">
            <a:extLst>
              <a:ext uri="{FF2B5EF4-FFF2-40B4-BE49-F238E27FC236}">
                <a16:creationId xmlns:a16="http://schemas.microsoft.com/office/drawing/2014/main" id="{07853D62-6E7D-FD70-AF66-9B07EDAEA677}"/>
              </a:ext>
            </a:extLst>
          </p:cNvPr>
          <p:cNvGrpSpPr/>
          <p:nvPr/>
        </p:nvGrpSpPr>
        <p:grpSpPr>
          <a:xfrm>
            <a:off x="10126685" y="324527"/>
            <a:ext cx="460776" cy="3135593"/>
            <a:chOff x="10126685" y="324527"/>
            <a:chExt cx="460776" cy="3135593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8A71C6F7-8E5D-8D25-DEF0-67F8E0C608D9}"/>
                </a:ext>
              </a:extLst>
            </p:cNvPr>
            <p:cNvSpPr/>
            <p:nvPr/>
          </p:nvSpPr>
          <p:spPr>
            <a:xfrm>
              <a:off x="10243546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974CD33-4F4B-301A-2B9E-EC57265B7C65}"/>
                </a:ext>
              </a:extLst>
            </p:cNvPr>
            <p:cNvCxnSpPr>
              <a:cxnSpLocks/>
              <a:stCxn id="71" idx="4"/>
            </p:cNvCxnSpPr>
            <p:nvPr/>
          </p:nvCxnSpPr>
          <p:spPr>
            <a:xfrm>
              <a:off x="10286144" y="410619"/>
              <a:ext cx="13251" cy="25606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044CB6E8-227C-D33D-5C29-9EC7013F9451}"/>
                </a:ext>
              </a:extLst>
            </p:cNvPr>
            <p:cNvSpPr/>
            <p:nvPr/>
          </p:nvSpPr>
          <p:spPr>
            <a:xfrm>
              <a:off x="10250173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30723E08-109A-4FAD-1DC8-D897A875A4FF}"/>
                </a:ext>
              </a:extLst>
            </p:cNvPr>
            <p:cNvSpPr/>
            <p:nvPr/>
          </p:nvSpPr>
          <p:spPr>
            <a:xfrm>
              <a:off x="10248855" y="220772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6E40B635-EB44-3D6F-2DDE-797B1C114CFB}"/>
                </a:ext>
              </a:extLst>
            </p:cNvPr>
            <p:cNvGrpSpPr/>
            <p:nvPr/>
          </p:nvGrpSpPr>
          <p:grpSpPr>
            <a:xfrm>
              <a:off x="10126685" y="2979776"/>
              <a:ext cx="460776" cy="480344"/>
              <a:chOff x="2404918" y="772593"/>
              <a:chExt cx="587581" cy="573043"/>
            </a:xfrm>
          </p:grpSpPr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21BF63F2-968E-AE09-E080-560E07986CB5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87" name="对象 286">
                <a:extLst>
                  <a:ext uri="{FF2B5EF4-FFF2-40B4-BE49-F238E27FC236}">
                    <a16:creationId xmlns:a16="http://schemas.microsoft.com/office/drawing/2014/main" id="{7C128D53-7B17-A9F0-12BC-9E51D012B76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69" name="对象 268">
                            <a:extLst>
                              <a:ext uri="{FF2B5EF4-FFF2-40B4-BE49-F238E27FC236}">
                                <a16:creationId xmlns:a16="http://schemas.microsoft.com/office/drawing/2014/main" id="{2B9EC3FD-2FEF-291E-3392-5E37A56CCA0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4AD34484-B410-4A7A-D818-D5E4343ACD35}"/>
              </a:ext>
            </a:extLst>
          </p:cNvPr>
          <p:cNvGrpSpPr/>
          <p:nvPr/>
        </p:nvGrpSpPr>
        <p:grpSpPr>
          <a:xfrm>
            <a:off x="10769856" y="324527"/>
            <a:ext cx="460776" cy="3135593"/>
            <a:chOff x="10738801" y="324527"/>
            <a:chExt cx="460776" cy="3135593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765F814D-54B6-1507-9A66-20ACCBC13068}"/>
                </a:ext>
              </a:extLst>
            </p:cNvPr>
            <p:cNvSpPr/>
            <p:nvPr/>
          </p:nvSpPr>
          <p:spPr>
            <a:xfrm>
              <a:off x="10885392" y="324527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CD3AB919-3743-9CB9-C7BE-B44B93AA0C97}"/>
                </a:ext>
              </a:extLst>
            </p:cNvPr>
            <p:cNvCxnSpPr>
              <a:cxnSpLocks/>
              <a:stCxn id="61" idx="4"/>
            </p:cNvCxnSpPr>
            <p:nvPr/>
          </p:nvCxnSpPr>
          <p:spPr>
            <a:xfrm>
              <a:off x="10927990" y="410619"/>
              <a:ext cx="13251" cy="25674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E5601971-F4CB-0979-E3CC-C5880163B90F}"/>
                </a:ext>
              </a:extLst>
            </p:cNvPr>
            <p:cNvSpPr/>
            <p:nvPr/>
          </p:nvSpPr>
          <p:spPr>
            <a:xfrm>
              <a:off x="10892019" y="1282242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C1413486-C5FD-F134-C844-99887C0D4EF6}"/>
                </a:ext>
              </a:extLst>
            </p:cNvPr>
            <p:cNvSpPr/>
            <p:nvPr/>
          </p:nvSpPr>
          <p:spPr>
            <a:xfrm>
              <a:off x="10890701" y="2207725"/>
              <a:ext cx="85195" cy="8609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6C1ED4E6-57E7-B584-6613-1AA10B081443}"/>
                </a:ext>
              </a:extLst>
            </p:cNvPr>
            <p:cNvGrpSpPr/>
            <p:nvPr/>
          </p:nvGrpSpPr>
          <p:grpSpPr>
            <a:xfrm>
              <a:off x="10738801" y="2979776"/>
              <a:ext cx="460776" cy="480344"/>
              <a:chOff x="2404918" y="772593"/>
              <a:chExt cx="587581" cy="573043"/>
            </a:xfrm>
          </p:grpSpPr>
          <p:sp>
            <p:nvSpPr>
              <p:cNvPr id="289" name="矩形 288">
                <a:extLst>
                  <a:ext uri="{FF2B5EF4-FFF2-40B4-BE49-F238E27FC236}">
                    <a16:creationId xmlns:a16="http://schemas.microsoft.com/office/drawing/2014/main" id="{BBDBCC37-1ECB-2A4E-CEA5-26F3DA52AB81}"/>
                  </a:ext>
                </a:extLst>
              </p:cNvPr>
              <p:cNvSpPr/>
              <p:nvPr/>
            </p:nvSpPr>
            <p:spPr>
              <a:xfrm>
                <a:off x="2404918" y="772593"/>
                <a:ext cx="587581" cy="5730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90" name="对象 289">
                <a:extLst>
                  <a:ext uri="{FF2B5EF4-FFF2-40B4-BE49-F238E27FC236}">
                    <a16:creationId xmlns:a16="http://schemas.microsoft.com/office/drawing/2014/main" id="{723760E4-99F1-70BA-AAB8-DC1920FC7D5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0538" y="925817"/>
              <a:ext cx="377825" cy="258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164880" progId="Equation.DSMT4">
                      <p:embed/>
                    </p:oleObj>
                  </mc:Choice>
                  <mc:Fallback>
                    <p:oleObj name="Equation" r:id="rId13" imgW="253800" imgH="164880" progId="Equation.DSMT4">
                      <p:embed/>
                      <p:pic>
                        <p:nvPicPr>
                          <p:cNvPr id="269" name="对象 268">
                            <a:extLst>
                              <a:ext uri="{FF2B5EF4-FFF2-40B4-BE49-F238E27FC236}">
                                <a16:creationId xmlns:a16="http://schemas.microsoft.com/office/drawing/2014/main" id="{2B9EC3FD-2FEF-291E-3392-5E37A56CCA0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10538" y="925817"/>
                            <a:ext cx="377825" cy="258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821465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F942-DB66-67F5-E4B7-F29CE50F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D60A3E7-CF5D-6AB2-31F5-9843CDBADBB1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57E7234-66BA-85F4-012F-C098DFB98903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4AF852A-4F70-3427-22D3-DD135A45D444}"/>
              </a:ext>
            </a:extLst>
          </p:cNvPr>
          <p:cNvGrpSpPr/>
          <p:nvPr/>
        </p:nvGrpSpPr>
        <p:grpSpPr>
          <a:xfrm>
            <a:off x="2018551" y="888964"/>
            <a:ext cx="6178087" cy="4103062"/>
            <a:chOff x="2018551" y="888964"/>
            <a:chExt cx="6178087" cy="410306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49F6C14-5368-406B-A187-9846DA8DA174}"/>
                </a:ext>
              </a:extLst>
            </p:cNvPr>
            <p:cNvSpPr/>
            <p:nvPr/>
          </p:nvSpPr>
          <p:spPr>
            <a:xfrm>
              <a:off x="6484552" y="888964"/>
              <a:ext cx="709567" cy="3800902"/>
            </a:xfrm>
            <a:prstGeom prst="rect">
              <a:avLst/>
            </a:prstGeom>
            <a:solidFill>
              <a:srgbClr val="E4D2F2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501A4EA-FCF3-58E1-7824-E2A2A44D1146}"/>
                </a:ext>
              </a:extLst>
            </p:cNvPr>
            <p:cNvSpPr/>
            <p:nvPr/>
          </p:nvSpPr>
          <p:spPr>
            <a:xfrm>
              <a:off x="5711282" y="888964"/>
              <a:ext cx="769193" cy="38009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94AE6F9-9C92-95A2-4337-62D439CA9553}"/>
                </a:ext>
              </a:extLst>
            </p:cNvPr>
            <p:cNvSpPr/>
            <p:nvPr/>
          </p:nvSpPr>
          <p:spPr>
            <a:xfrm>
              <a:off x="4324615" y="888964"/>
              <a:ext cx="1394313" cy="380090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7D7ECC2-953F-A922-9517-E51996E8CCEF}"/>
                </a:ext>
              </a:extLst>
            </p:cNvPr>
            <p:cNvSpPr/>
            <p:nvPr/>
          </p:nvSpPr>
          <p:spPr>
            <a:xfrm>
              <a:off x="3618801" y="891446"/>
              <a:ext cx="709567" cy="38009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5EE5561-E309-BE9E-54E2-D1A7E445CB54}"/>
                </a:ext>
              </a:extLst>
            </p:cNvPr>
            <p:cNvSpPr/>
            <p:nvPr/>
          </p:nvSpPr>
          <p:spPr>
            <a:xfrm>
              <a:off x="2415654" y="893928"/>
              <a:ext cx="1203210" cy="380090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5485DD9-3F9D-B013-12AA-C619F375856E}"/>
                </a:ext>
              </a:extLst>
            </p:cNvPr>
            <p:cNvGrpSpPr/>
            <p:nvPr/>
          </p:nvGrpSpPr>
          <p:grpSpPr>
            <a:xfrm>
              <a:off x="2018551" y="997852"/>
              <a:ext cx="5794792" cy="3583543"/>
              <a:chOff x="2018551" y="997852"/>
              <a:chExt cx="5198466" cy="3583543"/>
            </a:xfrm>
          </p:grpSpPr>
          <p:grpSp>
            <p:nvGrpSpPr>
              <p:cNvPr id="290" name="组合 289">
                <a:extLst>
                  <a:ext uri="{FF2B5EF4-FFF2-40B4-BE49-F238E27FC236}">
                    <a16:creationId xmlns:a16="http://schemas.microsoft.com/office/drawing/2014/main" id="{72EFE6AD-3A44-0845-FDEB-B1B4ACEBF25B}"/>
                  </a:ext>
                </a:extLst>
              </p:cNvPr>
              <p:cNvGrpSpPr/>
              <p:nvPr/>
            </p:nvGrpSpPr>
            <p:grpSpPr>
              <a:xfrm>
                <a:off x="2018551" y="1343936"/>
                <a:ext cx="4860000" cy="2860816"/>
                <a:chOff x="2018551" y="1343936"/>
                <a:chExt cx="4860000" cy="2860816"/>
              </a:xfrm>
            </p:grpSpPr>
            <p:cxnSp>
              <p:nvCxnSpPr>
                <p:cNvPr id="183" name="直接连接符 182">
                  <a:extLst>
                    <a:ext uri="{FF2B5EF4-FFF2-40B4-BE49-F238E27FC236}">
                      <a16:creationId xmlns:a16="http://schemas.microsoft.com/office/drawing/2014/main" id="{ABD0D780-7F2B-74D9-B63E-7C3295C7AA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1644904"/>
                  <a:ext cx="172800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直接连接符 279">
                  <a:extLst>
                    <a:ext uri="{FF2B5EF4-FFF2-40B4-BE49-F238E27FC236}">
                      <a16:creationId xmlns:a16="http://schemas.microsoft.com/office/drawing/2014/main" id="{0FEF2D4D-1BA8-777B-F1D3-126B0FC50D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1343936"/>
                  <a:ext cx="187071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直接连接符 280">
                  <a:extLst>
                    <a:ext uri="{FF2B5EF4-FFF2-40B4-BE49-F238E27FC236}">
                      <a16:creationId xmlns:a16="http://schemas.microsoft.com/office/drawing/2014/main" id="{2EFD4959-FA69-AB1F-50E7-A03BBBD3E8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4197069"/>
                  <a:ext cx="172800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直接连接符 281">
                  <a:extLst>
                    <a:ext uri="{FF2B5EF4-FFF2-40B4-BE49-F238E27FC236}">
                      <a16:creationId xmlns:a16="http://schemas.microsoft.com/office/drawing/2014/main" id="{3104DAF3-1BBE-33E7-4045-E31890CDE0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2910286"/>
                  <a:ext cx="172800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直接连接符 282">
                  <a:extLst>
                    <a:ext uri="{FF2B5EF4-FFF2-40B4-BE49-F238E27FC236}">
                      <a16:creationId xmlns:a16="http://schemas.microsoft.com/office/drawing/2014/main" id="{BF4B8E8F-698D-6A75-52F3-E12AFA31CD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2563148"/>
                  <a:ext cx="486000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直接连接符 283">
                  <a:extLst>
                    <a:ext uri="{FF2B5EF4-FFF2-40B4-BE49-F238E27FC236}">
                      <a16:creationId xmlns:a16="http://schemas.microsoft.com/office/drawing/2014/main" id="{EDD66D95-11DF-3C62-F001-DA1D62FFB9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1942549"/>
                  <a:ext cx="187071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直接连接符 284">
                  <a:extLst>
                    <a:ext uri="{FF2B5EF4-FFF2-40B4-BE49-F238E27FC236}">
                      <a16:creationId xmlns:a16="http://schemas.microsoft.com/office/drawing/2014/main" id="{A95CB031-F288-57F0-1F23-233E6ED1B0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3260122"/>
                  <a:ext cx="187071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直接连接符 285">
                  <a:extLst>
                    <a:ext uri="{FF2B5EF4-FFF2-40B4-BE49-F238E27FC236}">
                      <a16:creationId xmlns:a16="http://schemas.microsoft.com/office/drawing/2014/main" id="{B1DA7AB1-0333-EE77-40B9-F0C1E279C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2299787"/>
                  <a:ext cx="172800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直接连接符 286">
                  <a:extLst>
                    <a:ext uri="{FF2B5EF4-FFF2-40B4-BE49-F238E27FC236}">
                      <a16:creationId xmlns:a16="http://schemas.microsoft.com/office/drawing/2014/main" id="{4B2EC8C5-4375-F81C-CE8C-7F60A532F4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3576842"/>
                  <a:ext cx="172800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直接连接符 287">
                  <a:extLst>
                    <a:ext uri="{FF2B5EF4-FFF2-40B4-BE49-F238E27FC236}">
                      <a16:creationId xmlns:a16="http://schemas.microsoft.com/office/drawing/2014/main" id="{D0DFA598-88AF-A64F-9075-A7CB6287BB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8551" y="3858236"/>
                  <a:ext cx="1870710" cy="76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65971DC6-8C5B-114E-3611-DED23D12CEE7}"/>
                  </a:ext>
                </a:extLst>
              </p:cNvPr>
              <p:cNvGrpSpPr/>
              <p:nvPr/>
            </p:nvGrpSpPr>
            <p:grpSpPr>
              <a:xfrm>
                <a:off x="6778600" y="2481678"/>
                <a:ext cx="258417" cy="241910"/>
                <a:chOff x="6408988" y="2617168"/>
                <a:chExt cx="258417" cy="241910"/>
              </a:xfrm>
            </p:grpSpPr>
            <p:sp>
              <p:nvSpPr>
                <p:cNvPr id="69" name="矩形: 圆角 68">
                  <a:extLst>
                    <a:ext uri="{FF2B5EF4-FFF2-40B4-BE49-F238E27FC236}">
                      <a16:creationId xmlns:a16="http://schemas.microsoft.com/office/drawing/2014/main" id="{4771105B-39FB-3DAA-AD22-071B0229CC1B}"/>
                    </a:ext>
                  </a:extLst>
                </p:cNvPr>
                <p:cNvSpPr/>
                <p:nvPr/>
              </p:nvSpPr>
              <p:spPr>
                <a:xfrm>
                  <a:off x="6408988" y="2617168"/>
                  <a:ext cx="258417" cy="186849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" name="弧形 69">
                  <a:extLst>
                    <a:ext uri="{FF2B5EF4-FFF2-40B4-BE49-F238E27FC236}">
                      <a16:creationId xmlns:a16="http://schemas.microsoft.com/office/drawing/2014/main" id="{F970CD26-C152-4B53-44BB-D82AF273C16E}"/>
                    </a:ext>
                  </a:extLst>
                </p:cNvPr>
                <p:cNvSpPr/>
                <p:nvPr/>
              </p:nvSpPr>
              <p:spPr>
                <a:xfrm rot="16200000">
                  <a:off x="6444772" y="2672993"/>
                  <a:ext cx="186848" cy="185321"/>
                </a:xfrm>
                <a:prstGeom prst="arc">
                  <a:avLst>
                    <a:gd name="adj1" fmla="val 16200000"/>
                    <a:gd name="adj2" fmla="val 5501806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45C1565B-E446-6507-51F2-D763195140E8}"/>
                    </a:ext>
                  </a:extLst>
                </p:cNvPr>
                <p:cNvCxnSpPr/>
                <p:nvPr/>
              </p:nvCxnSpPr>
              <p:spPr>
                <a:xfrm flipV="1">
                  <a:off x="6538196" y="2639304"/>
                  <a:ext cx="52386" cy="12634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4633D2B2-9DBE-443B-1A0C-23B5EBCAA5D0}"/>
                  </a:ext>
                </a:extLst>
              </p:cNvPr>
              <p:cNvGrpSpPr/>
              <p:nvPr/>
            </p:nvGrpSpPr>
            <p:grpSpPr>
              <a:xfrm>
                <a:off x="2971829" y="3803723"/>
                <a:ext cx="401595" cy="438665"/>
                <a:chOff x="2440459" y="1210962"/>
                <a:chExt cx="401595" cy="438665"/>
              </a:xfrm>
            </p:grpSpPr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C2AAA4C2-C8A3-69A5-1823-CDF196354D6C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14" name="对象 113">
                  <a:extLst>
                    <a:ext uri="{FF2B5EF4-FFF2-40B4-BE49-F238E27FC236}">
                      <a16:creationId xmlns:a16="http://schemas.microsoft.com/office/drawing/2014/main" id="{469C7F4A-80C4-F0E9-D888-3E6FC96E8FB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19834226"/>
                    </p:ext>
                  </p:extLst>
                </p:nvPr>
              </p:nvGraphicFramePr>
              <p:xfrm>
                <a:off x="2499582" y="1266824"/>
                <a:ext cx="283348" cy="3269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" imgW="164880" imgH="190440" progId="Equation.DSMT4">
                        <p:embed/>
                      </p:oleObj>
                    </mc:Choice>
                    <mc:Fallback>
                      <p:oleObj name="Equation" r:id="rId3" imgW="164880" imgH="190440" progId="Equation.DSMT4">
                        <p:embed/>
                        <p:pic>
                          <p:nvPicPr>
                            <p:cNvPr id="90" name="对象 89">
                              <a:extLst>
                                <a:ext uri="{FF2B5EF4-FFF2-40B4-BE49-F238E27FC236}">
                                  <a16:creationId xmlns:a16="http://schemas.microsoft.com/office/drawing/2014/main" id="{47787FBF-596D-C6B4-08A9-D7EEE84B4DB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99582" y="1266824"/>
                              <a:ext cx="283348" cy="32694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66ABA4D4-FC47-FD96-E84E-A114F2FE8BAC}"/>
                  </a:ext>
                </a:extLst>
              </p:cNvPr>
              <p:cNvGrpSpPr/>
              <p:nvPr/>
            </p:nvGrpSpPr>
            <p:grpSpPr>
              <a:xfrm>
                <a:off x="3494455" y="3714312"/>
                <a:ext cx="330006" cy="357238"/>
                <a:chOff x="2440459" y="1210962"/>
                <a:chExt cx="401595" cy="438665"/>
              </a:xfrm>
            </p:grpSpPr>
            <p:sp>
              <p:nvSpPr>
                <p:cNvPr id="140" name="矩形: 圆角 139">
                  <a:extLst>
                    <a:ext uri="{FF2B5EF4-FFF2-40B4-BE49-F238E27FC236}">
                      <a16:creationId xmlns:a16="http://schemas.microsoft.com/office/drawing/2014/main" id="{83308D7C-E1BB-65F6-C1E9-7F7CC5E6C91D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41" name="对象 140">
                  <a:extLst>
                    <a:ext uri="{FF2B5EF4-FFF2-40B4-BE49-F238E27FC236}">
                      <a16:creationId xmlns:a16="http://schemas.microsoft.com/office/drawing/2014/main" id="{0707F21A-5DF4-5079-ED46-E01B5269E9C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59117935"/>
                    </p:ext>
                  </p:extLst>
                </p:nvPr>
              </p:nvGraphicFramePr>
              <p:xfrm>
                <a:off x="2519749" y="1266526"/>
                <a:ext cx="241300" cy="327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5" imgW="139680" imgH="190440" progId="Equation.DSMT4">
                        <p:embed/>
                      </p:oleObj>
                    </mc:Choice>
                    <mc:Fallback>
                      <p:oleObj name="Equation" r:id="rId5" imgW="139680" imgH="190440" progId="Equation.DSMT4">
                        <p:embed/>
                        <p:pic>
                          <p:nvPicPr>
                            <p:cNvPr id="9" name="对象 8">
                              <a:extLst>
                                <a:ext uri="{FF2B5EF4-FFF2-40B4-BE49-F238E27FC236}">
                                  <a16:creationId xmlns:a16="http://schemas.microsoft.com/office/drawing/2014/main" id="{6D24BE39-A891-CDD9-E111-3D66F32929F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9749" y="1266526"/>
                              <a:ext cx="241300" cy="3270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E6429DB8-CAFD-C5D7-F71D-CEDB52F00688}"/>
                  </a:ext>
                </a:extLst>
              </p:cNvPr>
              <p:cNvGrpSpPr/>
              <p:nvPr/>
            </p:nvGrpSpPr>
            <p:grpSpPr>
              <a:xfrm>
                <a:off x="3566044" y="4120128"/>
                <a:ext cx="191852" cy="199184"/>
                <a:chOff x="3136556" y="3309582"/>
                <a:chExt cx="401595" cy="372870"/>
              </a:xfrm>
            </p:grpSpPr>
            <p:sp>
              <p:nvSpPr>
                <p:cNvPr id="143" name="矩形: 圆角 142">
                  <a:extLst>
                    <a:ext uri="{FF2B5EF4-FFF2-40B4-BE49-F238E27FC236}">
                      <a16:creationId xmlns:a16="http://schemas.microsoft.com/office/drawing/2014/main" id="{1A8FE2D2-09BE-DD7E-83EE-49A7DB5C02E6}"/>
                    </a:ext>
                  </a:extLst>
                </p:cNvPr>
                <p:cNvSpPr/>
                <p:nvPr/>
              </p:nvSpPr>
              <p:spPr>
                <a:xfrm>
                  <a:off x="3136556" y="3309582"/>
                  <a:ext cx="401595" cy="288001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4" name="弧形 143">
                  <a:extLst>
                    <a:ext uri="{FF2B5EF4-FFF2-40B4-BE49-F238E27FC236}">
                      <a16:creationId xmlns:a16="http://schemas.microsoft.com/office/drawing/2014/main" id="{19F6CEF9-38D2-BCF1-7126-CCAE729920C5}"/>
                    </a:ext>
                  </a:extLst>
                </p:cNvPr>
                <p:cNvSpPr/>
                <p:nvPr/>
              </p:nvSpPr>
              <p:spPr>
                <a:xfrm rot="16200000">
                  <a:off x="3193353" y="3394452"/>
                  <a:ext cx="288000" cy="288000"/>
                </a:xfrm>
                <a:prstGeom prst="arc">
                  <a:avLst>
                    <a:gd name="adj1" fmla="val 16200000"/>
                    <a:gd name="adj2" fmla="val 5501806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5" name="直接连接符 144">
                  <a:extLst>
                    <a:ext uri="{FF2B5EF4-FFF2-40B4-BE49-F238E27FC236}">
                      <a16:creationId xmlns:a16="http://schemas.microsoft.com/office/drawing/2014/main" id="{DEB8B9CB-AE97-E9B6-0A34-AF943D85C85B}"/>
                    </a:ext>
                  </a:extLst>
                </p:cNvPr>
                <p:cNvCxnSpPr/>
                <p:nvPr/>
              </p:nvCxnSpPr>
              <p:spPr>
                <a:xfrm flipV="1">
                  <a:off x="3337353" y="3343702"/>
                  <a:ext cx="81411" cy="19474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组合 165">
                <a:extLst>
                  <a:ext uri="{FF2B5EF4-FFF2-40B4-BE49-F238E27FC236}">
                    <a16:creationId xmlns:a16="http://schemas.microsoft.com/office/drawing/2014/main" id="{7D0FA33E-B55C-1590-42E3-C0B854CB0F0C}"/>
                  </a:ext>
                </a:extLst>
              </p:cNvPr>
              <p:cNvGrpSpPr/>
              <p:nvPr/>
            </p:nvGrpSpPr>
            <p:grpSpPr>
              <a:xfrm>
                <a:off x="2971829" y="3170239"/>
                <a:ext cx="401595" cy="438665"/>
                <a:chOff x="2440459" y="1210962"/>
                <a:chExt cx="401595" cy="438665"/>
              </a:xfrm>
            </p:grpSpPr>
            <p:sp>
              <p:nvSpPr>
                <p:cNvPr id="176" name="矩形: 圆角 175">
                  <a:extLst>
                    <a:ext uri="{FF2B5EF4-FFF2-40B4-BE49-F238E27FC236}">
                      <a16:creationId xmlns:a16="http://schemas.microsoft.com/office/drawing/2014/main" id="{2DD2D717-2A34-11BC-BA36-1D6D4F0EEAFC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77" name="对象 176">
                  <a:extLst>
                    <a:ext uri="{FF2B5EF4-FFF2-40B4-BE49-F238E27FC236}">
                      <a16:creationId xmlns:a16="http://schemas.microsoft.com/office/drawing/2014/main" id="{DBF92182-51A6-8E2F-DFBF-BE74442DBD3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39756104"/>
                    </p:ext>
                  </p:extLst>
                </p:nvPr>
              </p:nvGraphicFramePr>
              <p:xfrm>
                <a:off x="2499582" y="1266824"/>
                <a:ext cx="283348" cy="3269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7" imgW="164880" imgH="190440" progId="Equation.DSMT4">
                        <p:embed/>
                      </p:oleObj>
                    </mc:Choice>
                    <mc:Fallback>
                      <p:oleObj name="Equation" r:id="rId7" imgW="164880" imgH="190440" progId="Equation.DSMT4">
                        <p:embed/>
                        <p:pic>
                          <p:nvPicPr>
                            <p:cNvPr id="114" name="对象 113">
                              <a:extLst>
                                <a:ext uri="{FF2B5EF4-FFF2-40B4-BE49-F238E27FC236}">
                                  <a16:creationId xmlns:a16="http://schemas.microsoft.com/office/drawing/2014/main" id="{469C7F4A-80C4-F0E9-D888-3E6FC96E8FB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99582" y="1266824"/>
                              <a:ext cx="283348" cy="32694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67" name="组合 166">
                <a:extLst>
                  <a:ext uri="{FF2B5EF4-FFF2-40B4-BE49-F238E27FC236}">
                    <a16:creationId xmlns:a16="http://schemas.microsoft.com/office/drawing/2014/main" id="{E0CB689E-7F87-A783-8823-57A5EA78DA1D}"/>
                  </a:ext>
                </a:extLst>
              </p:cNvPr>
              <p:cNvGrpSpPr/>
              <p:nvPr/>
            </p:nvGrpSpPr>
            <p:grpSpPr>
              <a:xfrm>
                <a:off x="3494455" y="3080828"/>
                <a:ext cx="330006" cy="357238"/>
                <a:chOff x="2440459" y="1210962"/>
                <a:chExt cx="401595" cy="438665"/>
              </a:xfrm>
            </p:grpSpPr>
            <p:sp>
              <p:nvSpPr>
                <p:cNvPr id="174" name="矩形: 圆角 173">
                  <a:extLst>
                    <a:ext uri="{FF2B5EF4-FFF2-40B4-BE49-F238E27FC236}">
                      <a16:creationId xmlns:a16="http://schemas.microsoft.com/office/drawing/2014/main" id="{85EDFB9B-603A-52C3-C8C4-8C83718D95C5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75" name="对象 174">
                  <a:extLst>
                    <a:ext uri="{FF2B5EF4-FFF2-40B4-BE49-F238E27FC236}">
                      <a16:creationId xmlns:a16="http://schemas.microsoft.com/office/drawing/2014/main" id="{9ED86C4C-7B72-FD1C-5873-857CF043768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28603720"/>
                    </p:ext>
                  </p:extLst>
                </p:nvPr>
              </p:nvGraphicFramePr>
              <p:xfrm>
                <a:off x="2519749" y="1266526"/>
                <a:ext cx="241300" cy="327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39680" imgH="190440" progId="Equation.DSMT4">
                        <p:embed/>
                      </p:oleObj>
                    </mc:Choice>
                    <mc:Fallback>
                      <p:oleObj name="Equation" r:id="rId8" imgW="139680" imgH="190440" progId="Equation.DSMT4">
                        <p:embed/>
                        <p:pic>
                          <p:nvPicPr>
                            <p:cNvPr id="141" name="对象 140">
                              <a:extLst>
                                <a:ext uri="{FF2B5EF4-FFF2-40B4-BE49-F238E27FC236}">
                                  <a16:creationId xmlns:a16="http://schemas.microsoft.com/office/drawing/2014/main" id="{0707F21A-5DF4-5079-ED46-E01B5269E9C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9749" y="1266526"/>
                              <a:ext cx="241300" cy="3270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68" name="组合 167">
                <a:extLst>
                  <a:ext uri="{FF2B5EF4-FFF2-40B4-BE49-F238E27FC236}">
                    <a16:creationId xmlns:a16="http://schemas.microsoft.com/office/drawing/2014/main" id="{A67868C3-2902-8DEB-45F8-2E9E16F9DAC5}"/>
                  </a:ext>
                </a:extLst>
              </p:cNvPr>
              <p:cNvGrpSpPr/>
              <p:nvPr/>
            </p:nvGrpSpPr>
            <p:grpSpPr>
              <a:xfrm>
                <a:off x="3566044" y="3486644"/>
                <a:ext cx="191852" cy="199184"/>
                <a:chOff x="3136556" y="3309582"/>
                <a:chExt cx="401595" cy="372870"/>
              </a:xfrm>
            </p:grpSpPr>
            <p:sp>
              <p:nvSpPr>
                <p:cNvPr id="171" name="矩形: 圆角 170">
                  <a:extLst>
                    <a:ext uri="{FF2B5EF4-FFF2-40B4-BE49-F238E27FC236}">
                      <a16:creationId xmlns:a16="http://schemas.microsoft.com/office/drawing/2014/main" id="{B5538725-88BC-D0D8-1074-17335EF5FC78}"/>
                    </a:ext>
                  </a:extLst>
                </p:cNvPr>
                <p:cNvSpPr/>
                <p:nvPr/>
              </p:nvSpPr>
              <p:spPr>
                <a:xfrm>
                  <a:off x="3136556" y="3309582"/>
                  <a:ext cx="401595" cy="288001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2" name="弧形 171">
                  <a:extLst>
                    <a:ext uri="{FF2B5EF4-FFF2-40B4-BE49-F238E27FC236}">
                      <a16:creationId xmlns:a16="http://schemas.microsoft.com/office/drawing/2014/main" id="{8C389B1A-AFEC-3883-7311-7A786A38BE72}"/>
                    </a:ext>
                  </a:extLst>
                </p:cNvPr>
                <p:cNvSpPr/>
                <p:nvPr/>
              </p:nvSpPr>
              <p:spPr>
                <a:xfrm rot="16200000">
                  <a:off x="3193353" y="3394452"/>
                  <a:ext cx="288000" cy="288000"/>
                </a:xfrm>
                <a:prstGeom prst="arc">
                  <a:avLst>
                    <a:gd name="adj1" fmla="val 16200000"/>
                    <a:gd name="adj2" fmla="val 5501806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73" name="直接连接符 172">
                  <a:extLst>
                    <a:ext uri="{FF2B5EF4-FFF2-40B4-BE49-F238E27FC236}">
                      <a16:creationId xmlns:a16="http://schemas.microsoft.com/office/drawing/2014/main" id="{B9DA10D3-57F6-7613-73A9-E3BC3ED45C14}"/>
                    </a:ext>
                  </a:extLst>
                </p:cNvPr>
                <p:cNvCxnSpPr/>
                <p:nvPr/>
              </p:nvCxnSpPr>
              <p:spPr>
                <a:xfrm flipV="1">
                  <a:off x="3337353" y="3343702"/>
                  <a:ext cx="81411" cy="19474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组合 191">
                <a:extLst>
                  <a:ext uri="{FF2B5EF4-FFF2-40B4-BE49-F238E27FC236}">
                    <a16:creationId xmlns:a16="http://schemas.microsoft.com/office/drawing/2014/main" id="{2ED23489-82D6-579A-D7CF-DFF33611543B}"/>
                  </a:ext>
                </a:extLst>
              </p:cNvPr>
              <p:cNvGrpSpPr/>
              <p:nvPr/>
            </p:nvGrpSpPr>
            <p:grpSpPr>
              <a:xfrm>
                <a:off x="2971829" y="1903270"/>
                <a:ext cx="401595" cy="438665"/>
                <a:chOff x="2440459" y="1210962"/>
                <a:chExt cx="401595" cy="438665"/>
              </a:xfrm>
            </p:grpSpPr>
            <p:sp>
              <p:nvSpPr>
                <p:cNvPr id="202" name="矩形: 圆角 201">
                  <a:extLst>
                    <a:ext uri="{FF2B5EF4-FFF2-40B4-BE49-F238E27FC236}">
                      <a16:creationId xmlns:a16="http://schemas.microsoft.com/office/drawing/2014/main" id="{7EC03D61-ECA6-C340-4973-3CEF7D36D56C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03" name="对象 202">
                  <a:extLst>
                    <a:ext uri="{FF2B5EF4-FFF2-40B4-BE49-F238E27FC236}">
                      <a16:creationId xmlns:a16="http://schemas.microsoft.com/office/drawing/2014/main" id="{708D7118-3A4B-20ED-6879-81F5E57C256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39756104"/>
                    </p:ext>
                  </p:extLst>
                </p:nvPr>
              </p:nvGraphicFramePr>
              <p:xfrm>
                <a:off x="2499582" y="1266824"/>
                <a:ext cx="283348" cy="3269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9" imgW="164880" imgH="190440" progId="Equation.DSMT4">
                        <p:embed/>
                      </p:oleObj>
                    </mc:Choice>
                    <mc:Fallback>
                      <p:oleObj name="Equation" r:id="rId9" imgW="164880" imgH="190440" progId="Equation.DSMT4">
                        <p:embed/>
                        <p:pic>
                          <p:nvPicPr>
                            <p:cNvPr id="114" name="对象 113">
                              <a:extLst>
                                <a:ext uri="{FF2B5EF4-FFF2-40B4-BE49-F238E27FC236}">
                                  <a16:creationId xmlns:a16="http://schemas.microsoft.com/office/drawing/2014/main" id="{469C7F4A-80C4-F0E9-D888-3E6FC96E8FB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99582" y="1266824"/>
                              <a:ext cx="283348" cy="32694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93" name="组合 192">
                <a:extLst>
                  <a:ext uri="{FF2B5EF4-FFF2-40B4-BE49-F238E27FC236}">
                    <a16:creationId xmlns:a16="http://schemas.microsoft.com/office/drawing/2014/main" id="{D873DBC7-A637-03C5-F5EA-42E5B6651F8C}"/>
                  </a:ext>
                </a:extLst>
              </p:cNvPr>
              <p:cNvGrpSpPr/>
              <p:nvPr/>
            </p:nvGrpSpPr>
            <p:grpSpPr>
              <a:xfrm>
                <a:off x="3494455" y="1813859"/>
                <a:ext cx="330006" cy="357238"/>
                <a:chOff x="2440459" y="1210962"/>
                <a:chExt cx="401595" cy="438665"/>
              </a:xfrm>
            </p:grpSpPr>
            <p:sp>
              <p:nvSpPr>
                <p:cNvPr id="200" name="矩形: 圆角 199">
                  <a:extLst>
                    <a:ext uri="{FF2B5EF4-FFF2-40B4-BE49-F238E27FC236}">
                      <a16:creationId xmlns:a16="http://schemas.microsoft.com/office/drawing/2014/main" id="{665CC737-15EA-2602-A2E8-CB42066EEDE8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01" name="对象 200">
                  <a:extLst>
                    <a:ext uri="{FF2B5EF4-FFF2-40B4-BE49-F238E27FC236}">
                      <a16:creationId xmlns:a16="http://schemas.microsoft.com/office/drawing/2014/main" id="{43025D02-D0C9-38E5-FA87-50BBD270AFE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28603720"/>
                    </p:ext>
                  </p:extLst>
                </p:nvPr>
              </p:nvGraphicFramePr>
              <p:xfrm>
                <a:off x="2519749" y="1266526"/>
                <a:ext cx="241300" cy="327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139680" imgH="190440" progId="Equation.DSMT4">
                        <p:embed/>
                      </p:oleObj>
                    </mc:Choice>
                    <mc:Fallback>
                      <p:oleObj name="Equation" r:id="rId10" imgW="139680" imgH="190440" progId="Equation.DSMT4">
                        <p:embed/>
                        <p:pic>
                          <p:nvPicPr>
                            <p:cNvPr id="141" name="对象 140">
                              <a:extLst>
                                <a:ext uri="{FF2B5EF4-FFF2-40B4-BE49-F238E27FC236}">
                                  <a16:creationId xmlns:a16="http://schemas.microsoft.com/office/drawing/2014/main" id="{0707F21A-5DF4-5079-ED46-E01B5269E9C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9749" y="1266526"/>
                              <a:ext cx="241300" cy="3270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94" name="组合 193">
                <a:extLst>
                  <a:ext uri="{FF2B5EF4-FFF2-40B4-BE49-F238E27FC236}">
                    <a16:creationId xmlns:a16="http://schemas.microsoft.com/office/drawing/2014/main" id="{25CAD1E5-1D94-B951-FC79-E4136FDAB0E4}"/>
                  </a:ext>
                </a:extLst>
              </p:cNvPr>
              <p:cNvGrpSpPr/>
              <p:nvPr/>
            </p:nvGrpSpPr>
            <p:grpSpPr>
              <a:xfrm>
                <a:off x="3566044" y="2219675"/>
                <a:ext cx="191852" cy="199184"/>
                <a:chOff x="3136556" y="3309582"/>
                <a:chExt cx="401595" cy="372870"/>
              </a:xfrm>
            </p:grpSpPr>
            <p:sp>
              <p:nvSpPr>
                <p:cNvPr id="197" name="矩形: 圆角 196">
                  <a:extLst>
                    <a:ext uri="{FF2B5EF4-FFF2-40B4-BE49-F238E27FC236}">
                      <a16:creationId xmlns:a16="http://schemas.microsoft.com/office/drawing/2014/main" id="{5D8BB2DA-C601-03CD-B571-D9971B1901B3}"/>
                    </a:ext>
                  </a:extLst>
                </p:cNvPr>
                <p:cNvSpPr/>
                <p:nvPr/>
              </p:nvSpPr>
              <p:spPr>
                <a:xfrm>
                  <a:off x="3136556" y="3309582"/>
                  <a:ext cx="401595" cy="288001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8" name="弧形 197">
                  <a:extLst>
                    <a:ext uri="{FF2B5EF4-FFF2-40B4-BE49-F238E27FC236}">
                      <a16:creationId xmlns:a16="http://schemas.microsoft.com/office/drawing/2014/main" id="{A49F1997-73D7-78D7-5856-605869F25A9A}"/>
                    </a:ext>
                  </a:extLst>
                </p:cNvPr>
                <p:cNvSpPr/>
                <p:nvPr/>
              </p:nvSpPr>
              <p:spPr>
                <a:xfrm rot="16200000">
                  <a:off x="3193353" y="3394452"/>
                  <a:ext cx="288000" cy="288000"/>
                </a:xfrm>
                <a:prstGeom prst="arc">
                  <a:avLst>
                    <a:gd name="adj1" fmla="val 16200000"/>
                    <a:gd name="adj2" fmla="val 5501806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99" name="直接连接符 198">
                  <a:extLst>
                    <a:ext uri="{FF2B5EF4-FFF2-40B4-BE49-F238E27FC236}">
                      <a16:creationId xmlns:a16="http://schemas.microsoft.com/office/drawing/2014/main" id="{1DA7E119-CD0B-1482-78CB-4D4E46B4A348}"/>
                    </a:ext>
                  </a:extLst>
                </p:cNvPr>
                <p:cNvCxnSpPr/>
                <p:nvPr/>
              </p:nvCxnSpPr>
              <p:spPr>
                <a:xfrm flipV="1">
                  <a:off x="3337353" y="3343702"/>
                  <a:ext cx="81411" cy="19474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CAC4B1B8-3A87-40B7-8E63-03673FD79F68}"/>
                  </a:ext>
                </a:extLst>
              </p:cNvPr>
              <p:cNvGrpSpPr/>
              <p:nvPr/>
            </p:nvGrpSpPr>
            <p:grpSpPr>
              <a:xfrm>
                <a:off x="2971829" y="2536755"/>
                <a:ext cx="401595" cy="438665"/>
                <a:chOff x="2440459" y="1210962"/>
                <a:chExt cx="401595" cy="438665"/>
              </a:xfrm>
            </p:grpSpPr>
            <p:sp>
              <p:nvSpPr>
                <p:cNvPr id="215" name="矩形: 圆角 214">
                  <a:extLst>
                    <a:ext uri="{FF2B5EF4-FFF2-40B4-BE49-F238E27FC236}">
                      <a16:creationId xmlns:a16="http://schemas.microsoft.com/office/drawing/2014/main" id="{DABF6F91-33BB-18C9-9970-45A6C1236371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16" name="对象 215">
                  <a:extLst>
                    <a:ext uri="{FF2B5EF4-FFF2-40B4-BE49-F238E27FC236}">
                      <a16:creationId xmlns:a16="http://schemas.microsoft.com/office/drawing/2014/main" id="{25FBFC98-7354-3139-0AD3-BF0C7CF050D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39756104"/>
                    </p:ext>
                  </p:extLst>
                </p:nvPr>
              </p:nvGraphicFramePr>
              <p:xfrm>
                <a:off x="2499582" y="1266824"/>
                <a:ext cx="283348" cy="3269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1" imgW="164880" imgH="190440" progId="Equation.DSMT4">
                        <p:embed/>
                      </p:oleObj>
                    </mc:Choice>
                    <mc:Fallback>
                      <p:oleObj name="Equation" r:id="rId11" imgW="164880" imgH="190440" progId="Equation.DSMT4">
                        <p:embed/>
                        <p:pic>
                          <p:nvPicPr>
                            <p:cNvPr id="114" name="对象 113">
                              <a:extLst>
                                <a:ext uri="{FF2B5EF4-FFF2-40B4-BE49-F238E27FC236}">
                                  <a16:creationId xmlns:a16="http://schemas.microsoft.com/office/drawing/2014/main" id="{469C7F4A-80C4-F0E9-D888-3E6FC96E8FB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99582" y="1266824"/>
                              <a:ext cx="283348" cy="32694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06" name="组合 205">
                <a:extLst>
                  <a:ext uri="{FF2B5EF4-FFF2-40B4-BE49-F238E27FC236}">
                    <a16:creationId xmlns:a16="http://schemas.microsoft.com/office/drawing/2014/main" id="{2F15D702-8E29-4B98-87D1-508981B94560}"/>
                  </a:ext>
                </a:extLst>
              </p:cNvPr>
              <p:cNvGrpSpPr/>
              <p:nvPr/>
            </p:nvGrpSpPr>
            <p:grpSpPr>
              <a:xfrm>
                <a:off x="3494455" y="2447344"/>
                <a:ext cx="330006" cy="357238"/>
                <a:chOff x="2440459" y="1210962"/>
                <a:chExt cx="401595" cy="438665"/>
              </a:xfrm>
            </p:grpSpPr>
            <p:sp>
              <p:nvSpPr>
                <p:cNvPr id="213" name="矩形: 圆角 212">
                  <a:extLst>
                    <a:ext uri="{FF2B5EF4-FFF2-40B4-BE49-F238E27FC236}">
                      <a16:creationId xmlns:a16="http://schemas.microsoft.com/office/drawing/2014/main" id="{DD726773-55D3-F152-6536-0C270EFD7244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14" name="对象 213">
                  <a:extLst>
                    <a:ext uri="{FF2B5EF4-FFF2-40B4-BE49-F238E27FC236}">
                      <a16:creationId xmlns:a16="http://schemas.microsoft.com/office/drawing/2014/main" id="{898EDB6E-BC24-B979-037B-B6631A9C81E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28603720"/>
                    </p:ext>
                  </p:extLst>
                </p:nvPr>
              </p:nvGraphicFramePr>
              <p:xfrm>
                <a:off x="2519749" y="1266526"/>
                <a:ext cx="241300" cy="327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139680" imgH="190440" progId="Equation.DSMT4">
                        <p:embed/>
                      </p:oleObj>
                    </mc:Choice>
                    <mc:Fallback>
                      <p:oleObj name="Equation" r:id="rId12" imgW="139680" imgH="190440" progId="Equation.DSMT4">
                        <p:embed/>
                        <p:pic>
                          <p:nvPicPr>
                            <p:cNvPr id="141" name="对象 140">
                              <a:extLst>
                                <a:ext uri="{FF2B5EF4-FFF2-40B4-BE49-F238E27FC236}">
                                  <a16:creationId xmlns:a16="http://schemas.microsoft.com/office/drawing/2014/main" id="{0707F21A-5DF4-5079-ED46-E01B5269E9C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9749" y="1266526"/>
                              <a:ext cx="241300" cy="3270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07" name="组合 206">
                <a:extLst>
                  <a:ext uri="{FF2B5EF4-FFF2-40B4-BE49-F238E27FC236}">
                    <a16:creationId xmlns:a16="http://schemas.microsoft.com/office/drawing/2014/main" id="{EDC0F7C3-8157-F58F-967C-A742FC22612B}"/>
                  </a:ext>
                </a:extLst>
              </p:cNvPr>
              <p:cNvGrpSpPr/>
              <p:nvPr/>
            </p:nvGrpSpPr>
            <p:grpSpPr>
              <a:xfrm>
                <a:off x="3566044" y="2853160"/>
                <a:ext cx="191852" cy="199184"/>
                <a:chOff x="3136556" y="3309582"/>
                <a:chExt cx="401595" cy="372870"/>
              </a:xfrm>
            </p:grpSpPr>
            <p:sp>
              <p:nvSpPr>
                <p:cNvPr id="210" name="矩形: 圆角 209">
                  <a:extLst>
                    <a:ext uri="{FF2B5EF4-FFF2-40B4-BE49-F238E27FC236}">
                      <a16:creationId xmlns:a16="http://schemas.microsoft.com/office/drawing/2014/main" id="{7D0496E0-604D-BFBD-E592-CEF43BD3560C}"/>
                    </a:ext>
                  </a:extLst>
                </p:cNvPr>
                <p:cNvSpPr/>
                <p:nvPr/>
              </p:nvSpPr>
              <p:spPr>
                <a:xfrm>
                  <a:off x="3136556" y="3309582"/>
                  <a:ext cx="401595" cy="288001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1" name="弧形 210">
                  <a:extLst>
                    <a:ext uri="{FF2B5EF4-FFF2-40B4-BE49-F238E27FC236}">
                      <a16:creationId xmlns:a16="http://schemas.microsoft.com/office/drawing/2014/main" id="{69771826-BA4B-C4BF-A4D1-D1D6B0F9FAFB}"/>
                    </a:ext>
                  </a:extLst>
                </p:cNvPr>
                <p:cNvSpPr/>
                <p:nvPr/>
              </p:nvSpPr>
              <p:spPr>
                <a:xfrm rot="16200000">
                  <a:off x="3193353" y="3394452"/>
                  <a:ext cx="288000" cy="288000"/>
                </a:xfrm>
                <a:prstGeom prst="arc">
                  <a:avLst>
                    <a:gd name="adj1" fmla="val 16200000"/>
                    <a:gd name="adj2" fmla="val 5501806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12" name="直接连接符 211">
                  <a:extLst>
                    <a:ext uri="{FF2B5EF4-FFF2-40B4-BE49-F238E27FC236}">
                      <a16:creationId xmlns:a16="http://schemas.microsoft.com/office/drawing/2014/main" id="{FA88C395-229D-FA69-F106-DAF2E83DD371}"/>
                    </a:ext>
                  </a:extLst>
                </p:cNvPr>
                <p:cNvCxnSpPr/>
                <p:nvPr/>
              </p:nvCxnSpPr>
              <p:spPr>
                <a:xfrm flipV="1">
                  <a:off x="3337353" y="3343702"/>
                  <a:ext cx="81411" cy="19474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1" name="矩形: 圆角 220">
                <a:extLst>
                  <a:ext uri="{FF2B5EF4-FFF2-40B4-BE49-F238E27FC236}">
                    <a16:creationId xmlns:a16="http://schemas.microsoft.com/office/drawing/2014/main" id="{9EE0084B-E95B-AA7E-D2B7-07F4DBE47EDB}"/>
                  </a:ext>
                </a:extLst>
              </p:cNvPr>
              <p:cNvSpPr/>
              <p:nvPr/>
            </p:nvSpPr>
            <p:spPr>
              <a:xfrm>
                <a:off x="2459730" y="1580579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2" name="对象 221">
                <a:extLst>
                  <a:ext uri="{FF2B5EF4-FFF2-40B4-BE49-F238E27FC236}">
                    <a16:creationId xmlns:a16="http://schemas.microsoft.com/office/drawing/2014/main" id="{F5651F6B-5D31-1B3D-8134-81A3801EB8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55663247"/>
                  </p:ext>
                </p:extLst>
              </p:nvPr>
            </p:nvGraphicFramePr>
            <p:xfrm>
              <a:off x="2518853" y="1636441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64880" imgH="190440" progId="Equation.DSMT4">
                      <p:embed/>
                    </p:oleObj>
                  </mc:Choice>
                  <mc:Fallback>
                    <p:oleObj name="Equation" r:id="rId13" imgW="164880" imgH="190440" progId="Equation.DSMT4">
                      <p:embed/>
                      <p:pic>
                        <p:nvPicPr>
                          <p:cNvPr id="190" name="对象 189">
                            <a:extLst>
                              <a:ext uri="{FF2B5EF4-FFF2-40B4-BE49-F238E27FC236}">
                                <a16:creationId xmlns:a16="http://schemas.microsoft.com/office/drawing/2014/main" id="{C3D59F7C-54FA-DD05-FA78-9B773EE8F20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518853" y="1636441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4" name="矩形: 圆角 223">
                <a:extLst>
                  <a:ext uri="{FF2B5EF4-FFF2-40B4-BE49-F238E27FC236}">
                    <a16:creationId xmlns:a16="http://schemas.microsoft.com/office/drawing/2014/main" id="{9AD1A1E2-634E-BDFC-F311-AF84B13EB35D}"/>
                  </a:ext>
                </a:extLst>
              </p:cNvPr>
              <p:cNvSpPr/>
              <p:nvPr/>
            </p:nvSpPr>
            <p:spPr>
              <a:xfrm>
                <a:off x="2465147" y="2224048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5" name="对象 224">
                <a:extLst>
                  <a:ext uri="{FF2B5EF4-FFF2-40B4-BE49-F238E27FC236}">
                    <a16:creationId xmlns:a16="http://schemas.microsoft.com/office/drawing/2014/main" id="{131BD077-EE02-F980-8BBD-C6D04A2D8E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48260725"/>
                  </p:ext>
                </p:extLst>
              </p:nvPr>
            </p:nvGraphicFramePr>
            <p:xfrm>
              <a:off x="2524270" y="2279910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64880" imgH="190440" progId="Equation.DSMT4">
                      <p:embed/>
                    </p:oleObj>
                  </mc:Choice>
                  <mc:Fallback>
                    <p:oleObj name="Equation" r:id="rId14" imgW="164880" imgH="190440" progId="Equation.DSMT4">
                      <p:embed/>
                      <p:pic>
                        <p:nvPicPr>
                          <p:cNvPr id="190" name="对象 189">
                            <a:extLst>
                              <a:ext uri="{FF2B5EF4-FFF2-40B4-BE49-F238E27FC236}">
                                <a16:creationId xmlns:a16="http://schemas.microsoft.com/office/drawing/2014/main" id="{C3D59F7C-54FA-DD05-FA78-9B773EE8F20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524270" y="2279910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7" name="矩形: 圆角 226">
                <a:extLst>
                  <a:ext uri="{FF2B5EF4-FFF2-40B4-BE49-F238E27FC236}">
                    <a16:creationId xmlns:a16="http://schemas.microsoft.com/office/drawing/2014/main" id="{22C214E2-3E94-B185-63A6-4F3B438277AE}"/>
                  </a:ext>
                </a:extLst>
              </p:cNvPr>
              <p:cNvSpPr/>
              <p:nvPr/>
            </p:nvSpPr>
            <p:spPr>
              <a:xfrm>
                <a:off x="2465147" y="2870424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8" name="对象 227">
                <a:extLst>
                  <a:ext uri="{FF2B5EF4-FFF2-40B4-BE49-F238E27FC236}">
                    <a16:creationId xmlns:a16="http://schemas.microsoft.com/office/drawing/2014/main" id="{D51DAD08-5A9A-0C25-5350-550627E652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2576707"/>
                  </p:ext>
                </p:extLst>
              </p:nvPr>
            </p:nvGraphicFramePr>
            <p:xfrm>
              <a:off x="2524270" y="2926286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64880" imgH="190440" progId="Equation.DSMT4">
                      <p:embed/>
                    </p:oleObj>
                  </mc:Choice>
                  <mc:Fallback>
                    <p:oleObj name="Equation" r:id="rId15" imgW="164880" imgH="190440" progId="Equation.DSMT4">
                      <p:embed/>
                      <p:pic>
                        <p:nvPicPr>
                          <p:cNvPr id="190" name="对象 189">
                            <a:extLst>
                              <a:ext uri="{FF2B5EF4-FFF2-40B4-BE49-F238E27FC236}">
                                <a16:creationId xmlns:a16="http://schemas.microsoft.com/office/drawing/2014/main" id="{C3D59F7C-54FA-DD05-FA78-9B773EE8F20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524270" y="2926286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0" name="矩形: 圆角 229">
                <a:extLst>
                  <a:ext uri="{FF2B5EF4-FFF2-40B4-BE49-F238E27FC236}">
                    <a16:creationId xmlns:a16="http://schemas.microsoft.com/office/drawing/2014/main" id="{235E9F36-0622-1796-33B1-52777F472F3F}"/>
                  </a:ext>
                </a:extLst>
              </p:cNvPr>
              <p:cNvSpPr/>
              <p:nvPr/>
            </p:nvSpPr>
            <p:spPr>
              <a:xfrm>
                <a:off x="2459729" y="3506515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1" name="对象 230">
                <a:extLst>
                  <a:ext uri="{FF2B5EF4-FFF2-40B4-BE49-F238E27FC236}">
                    <a16:creationId xmlns:a16="http://schemas.microsoft.com/office/drawing/2014/main" id="{294E0771-B286-A0F9-C6CA-E1AC6D352E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0746154"/>
                  </p:ext>
                </p:extLst>
              </p:nvPr>
            </p:nvGraphicFramePr>
            <p:xfrm>
              <a:off x="2518852" y="3562377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4880" imgH="190440" progId="Equation.DSMT4">
                      <p:embed/>
                    </p:oleObj>
                  </mc:Choice>
                  <mc:Fallback>
                    <p:oleObj name="Equation" r:id="rId16" imgW="164880" imgH="190440" progId="Equation.DSMT4">
                      <p:embed/>
                      <p:pic>
                        <p:nvPicPr>
                          <p:cNvPr id="190" name="对象 189">
                            <a:extLst>
                              <a:ext uri="{FF2B5EF4-FFF2-40B4-BE49-F238E27FC236}">
                                <a16:creationId xmlns:a16="http://schemas.microsoft.com/office/drawing/2014/main" id="{C3D59F7C-54FA-DD05-FA78-9B773EE8F20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518852" y="3562377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3" name="矩形: 圆角 232">
                <a:extLst>
                  <a:ext uri="{FF2B5EF4-FFF2-40B4-BE49-F238E27FC236}">
                    <a16:creationId xmlns:a16="http://schemas.microsoft.com/office/drawing/2014/main" id="{99D8617E-138F-329B-863A-CB2D88B5F25E}"/>
                  </a:ext>
                </a:extLst>
              </p:cNvPr>
              <p:cNvSpPr/>
              <p:nvPr/>
            </p:nvSpPr>
            <p:spPr>
              <a:xfrm>
                <a:off x="2459729" y="4142730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4" name="对象 233">
                <a:extLst>
                  <a:ext uri="{FF2B5EF4-FFF2-40B4-BE49-F238E27FC236}">
                    <a16:creationId xmlns:a16="http://schemas.microsoft.com/office/drawing/2014/main" id="{AFA86C63-F6D0-588F-4572-2C3BC030FB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4582954"/>
                  </p:ext>
                </p:extLst>
              </p:nvPr>
            </p:nvGraphicFramePr>
            <p:xfrm>
              <a:off x="2518852" y="4198592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64880" imgH="190440" progId="Equation.DSMT4">
                      <p:embed/>
                    </p:oleObj>
                  </mc:Choice>
                  <mc:Fallback>
                    <p:oleObj name="Equation" r:id="rId17" imgW="164880" imgH="190440" progId="Equation.DSMT4">
                      <p:embed/>
                      <p:pic>
                        <p:nvPicPr>
                          <p:cNvPr id="190" name="对象 189">
                            <a:extLst>
                              <a:ext uri="{FF2B5EF4-FFF2-40B4-BE49-F238E27FC236}">
                                <a16:creationId xmlns:a16="http://schemas.microsoft.com/office/drawing/2014/main" id="{C3D59F7C-54FA-DD05-FA78-9B773EE8F20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518852" y="4198592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" name="矩形: 圆角 183">
                <a:extLst>
                  <a:ext uri="{FF2B5EF4-FFF2-40B4-BE49-F238E27FC236}">
                    <a16:creationId xmlns:a16="http://schemas.microsoft.com/office/drawing/2014/main" id="{C67832BF-E306-EDE0-3325-9E9E2271461D}"/>
                  </a:ext>
                </a:extLst>
              </p:cNvPr>
              <p:cNvSpPr/>
              <p:nvPr/>
            </p:nvSpPr>
            <p:spPr>
              <a:xfrm>
                <a:off x="3566044" y="1586190"/>
                <a:ext cx="191852" cy="15384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弧形 184">
                <a:extLst>
                  <a:ext uri="{FF2B5EF4-FFF2-40B4-BE49-F238E27FC236}">
                    <a16:creationId xmlns:a16="http://schemas.microsoft.com/office/drawing/2014/main" id="{4A537A1A-49FD-366C-63B8-E0123FD1672F}"/>
                  </a:ext>
                </a:extLst>
              </p:cNvPr>
              <p:cNvSpPr/>
              <p:nvPr/>
            </p:nvSpPr>
            <p:spPr>
              <a:xfrm rot="16200000">
                <a:off x="3585046" y="1639658"/>
                <a:ext cx="153847" cy="137585"/>
              </a:xfrm>
              <a:prstGeom prst="arc">
                <a:avLst>
                  <a:gd name="adj1" fmla="val 16200000"/>
                  <a:gd name="adj2" fmla="val 5501806"/>
                </a:avLst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6" name="直接连接符 185">
                <a:extLst>
                  <a:ext uri="{FF2B5EF4-FFF2-40B4-BE49-F238E27FC236}">
                    <a16:creationId xmlns:a16="http://schemas.microsoft.com/office/drawing/2014/main" id="{E212BADF-7F09-E94A-13D5-4C3C0759DC93}"/>
                  </a:ext>
                </a:extLst>
              </p:cNvPr>
              <p:cNvCxnSpPr/>
              <p:nvPr/>
            </p:nvCxnSpPr>
            <p:spPr>
              <a:xfrm flipV="1">
                <a:off x="3661970" y="1604417"/>
                <a:ext cx="38892" cy="10403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8" name="矩形: 圆角 217">
                <a:extLst>
                  <a:ext uri="{FF2B5EF4-FFF2-40B4-BE49-F238E27FC236}">
                    <a16:creationId xmlns:a16="http://schemas.microsoft.com/office/drawing/2014/main" id="{B347E6CD-4251-FF22-A65F-CF98601DEA68}"/>
                  </a:ext>
                </a:extLst>
              </p:cNvPr>
              <p:cNvSpPr/>
              <p:nvPr/>
            </p:nvSpPr>
            <p:spPr>
              <a:xfrm>
                <a:off x="2459729" y="997852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19" name="对象 218">
                <a:extLst>
                  <a:ext uri="{FF2B5EF4-FFF2-40B4-BE49-F238E27FC236}">
                    <a16:creationId xmlns:a16="http://schemas.microsoft.com/office/drawing/2014/main" id="{74DA8AC0-3FA8-20E1-BCF3-C16C87E935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5525295"/>
                  </p:ext>
                </p:extLst>
              </p:nvPr>
            </p:nvGraphicFramePr>
            <p:xfrm>
              <a:off x="2518852" y="1053714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64880" imgH="190440" progId="Equation.DSMT4">
                      <p:embed/>
                    </p:oleObj>
                  </mc:Choice>
                  <mc:Fallback>
                    <p:oleObj name="Equation" r:id="rId18" imgW="164880" imgH="190440" progId="Equation.DSMT4">
                      <p:embed/>
                      <p:pic>
                        <p:nvPicPr>
                          <p:cNvPr id="190" name="对象 189">
                            <a:extLst>
                              <a:ext uri="{FF2B5EF4-FFF2-40B4-BE49-F238E27FC236}">
                                <a16:creationId xmlns:a16="http://schemas.microsoft.com/office/drawing/2014/main" id="{C3D59F7C-54FA-DD05-FA78-9B773EE8F20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518852" y="1053714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79" name="组合 178">
                <a:extLst>
                  <a:ext uri="{FF2B5EF4-FFF2-40B4-BE49-F238E27FC236}">
                    <a16:creationId xmlns:a16="http://schemas.microsoft.com/office/drawing/2014/main" id="{4CCA9876-401B-4C64-4A60-E5BDC689C88E}"/>
                  </a:ext>
                </a:extLst>
              </p:cNvPr>
              <p:cNvGrpSpPr/>
              <p:nvPr/>
            </p:nvGrpSpPr>
            <p:grpSpPr>
              <a:xfrm>
                <a:off x="2971829" y="1269785"/>
                <a:ext cx="401595" cy="438665"/>
                <a:chOff x="2440459" y="1210962"/>
                <a:chExt cx="401595" cy="438665"/>
              </a:xfrm>
            </p:grpSpPr>
            <p:sp>
              <p:nvSpPr>
                <p:cNvPr id="189" name="矩形: 圆角 188">
                  <a:extLst>
                    <a:ext uri="{FF2B5EF4-FFF2-40B4-BE49-F238E27FC236}">
                      <a16:creationId xmlns:a16="http://schemas.microsoft.com/office/drawing/2014/main" id="{20D0C59B-298D-AF55-DC63-3B010A10BAB5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90" name="对象 189">
                  <a:extLst>
                    <a:ext uri="{FF2B5EF4-FFF2-40B4-BE49-F238E27FC236}">
                      <a16:creationId xmlns:a16="http://schemas.microsoft.com/office/drawing/2014/main" id="{C3D59F7C-54FA-DD05-FA78-9B773EE8F20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39756104"/>
                    </p:ext>
                  </p:extLst>
                </p:nvPr>
              </p:nvGraphicFramePr>
              <p:xfrm>
                <a:off x="2499582" y="1266824"/>
                <a:ext cx="283348" cy="3269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9" imgW="164880" imgH="190440" progId="Equation.DSMT4">
                        <p:embed/>
                      </p:oleObj>
                    </mc:Choice>
                    <mc:Fallback>
                      <p:oleObj name="Equation" r:id="rId19" imgW="164880" imgH="190440" progId="Equation.DSMT4">
                        <p:embed/>
                        <p:pic>
                          <p:nvPicPr>
                            <p:cNvPr id="114" name="对象 113">
                              <a:extLst>
                                <a:ext uri="{FF2B5EF4-FFF2-40B4-BE49-F238E27FC236}">
                                  <a16:creationId xmlns:a16="http://schemas.microsoft.com/office/drawing/2014/main" id="{469C7F4A-80C4-F0E9-D888-3E6FC96E8FB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99582" y="1266824"/>
                              <a:ext cx="283348" cy="32694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80" name="组合 179">
                <a:extLst>
                  <a:ext uri="{FF2B5EF4-FFF2-40B4-BE49-F238E27FC236}">
                    <a16:creationId xmlns:a16="http://schemas.microsoft.com/office/drawing/2014/main" id="{4D6EE996-238D-0C2D-0B58-806E409F52A9}"/>
                  </a:ext>
                </a:extLst>
              </p:cNvPr>
              <p:cNvGrpSpPr/>
              <p:nvPr/>
            </p:nvGrpSpPr>
            <p:grpSpPr>
              <a:xfrm>
                <a:off x="3494455" y="1180374"/>
                <a:ext cx="330006" cy="357238"/>
                <a:chOff x="2440459" y="1210962"/>
                <a:chExt cx="401595" cy="438665"/>
              </a:xfrm>
            </p:grpSpPr>
            <p:sp>
              <p:nvSpPr>
                <p:cNvPr id="187" name="矩形: 圆角 186">
                  <a:extLst>
                    <a:ext uri="{FF2B5EF4-FFF2-40B4-BE49-F238E27FC236}">
                      <a16:creationId xmlns:a16="http://schemas.microsoft.com/office/drawing/2014/main" id="{8598E8EC-2A8D-BDFC-3C72-5F5AFF7CE7FF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88" name="对象 187">
                  <a:extLst>
                    <a:ext uri="{FF2B5EF4-FFF2-40B4-BE49-F238E27FC236}">
                      <a16:creationId xmlns:a16="http://schemas.microsoft.com/office/drawing/2014/main" id="{86991A12-9015-3572-913D-E7B80C037FE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28603720"/>
                    </p:ext>
                  </p:extLst>
                </p:nvPr>
              </p:nvGraphicFramePr>
              <p:xfrm>
                <a:off x="2519749" y="1266526"/>
                <a:ext cx="241300" cy="327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0" imgW="139680" imgH="190440" progId="Equation.DSMT4">
                        <p:embed/>
                      </p:oleObj>
                    </mc:Choice>
                    <mc:Fallback>
                      <p:oleObj name="Equation" r:id="rId20" imgW="139680" imgH="190440" progId="Equation.DSMT4">
                        <p:embed/>
                        <p:pic>
                          <p:nvPicPr>
                            <p:cNvPr id="141" name="对象 140">
                              <a:extLst>
                                <a:ext uri="{FF2B5EF4-FFF2-40B4-BE49-F238E27FC236}">
                                  <a16:creationId xmlns:a16="http://schemas.microsoft.com/office/drawing/2014/main" id="{0707F21A-5DF4-5079-ED46-E01B5269E9C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9749" y="1266526"/>
                              <a:ext cx="241300" cy="3270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293" name="直接连接符 292">
                <a:extLst>
                  <a:ext uri="{FF2B5EF4-FFF2-40B4-BE49-F238E27FC236}">
                    <a16:creationId xmlns:a16="http://schemas.microsoft.com/office/drawing/2014/main" id="{CC026C81-7863-083D-2595-F2DEDE15F7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9261" y="1343936"/>
                <a:ext cx="188882" cy="65479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>
                <a:extLst>
                  <a:ext uri="{FF2B5EF4-FFF2-40B4-BE49-F238E27FC236}">
                    <a16:creationId xmlns:a16="http://schemas.microsoft.com/office/drawing/2014/main" id="{46DB1464-4028-F463-7C2C-E48EA4FF9D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749" y="1942096"/>
                <a:ext cx="201233" cy="34424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2" name="直接连接符 301">
                <a:extLst>
                  <a:ext uri="{FF2B5EF4-FFF2-40B4-BE49-F238E27FC236}">
                    <a16:creationId xmlns:a16="http://schemas.microsoft.com/office/drawing/2014/main" id="{57EA2334-4201-8BF7-D336-404E52D6C8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86206" y="3203437"/>
                <a:ext cx="188882" cy="65479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>
                <a:extLst>
                  <a:ext uri="{FF2B5EF4-FFF2-40B4-BE49-F238E27FC236}">
                    <a16:creationId xmlns:a16="http://schemas.microsoft.com/office/drawing/2014/main" id="{B0934796-FA6C-4A0B-2A5F-5AC1DD4929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86071" y="2914127"/>
                <a:ext cx="201233" cy="34424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>
                <a:extLst>
                  <a:ext uri="{FF2B5EF4-FFF2-40B4-BE49-F238E27FC236}">
                    <a16:creationId xmlns:a16="http://schemas.microsoft.com/office/drawing/2014/main" id="{ABD68CC3-F19D-EBE9-AA1A-E61B3672F3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5248" y="2273630"/>
                <a:ext cx="1440000" cy="76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>
                <a:extLst>
                  <a:ext uri="{FF2B5EF4-FFF2-40B4-BE49-F238E27FC236}">
                    <a16:creationId xmlns:a16="http://schemas.microsoft.com/office/drawing/2014/main" id="{5EBCA48F-2822-489B-8216-377E09B484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78143" y="1988388"/>
                <a:ext cx="1728000" cy="76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8" name="直接连接符 307">
                <a:extLst>
                  <a:ext uri="{FF2B5EF4-FFF2-40B4-BE49-F238E27FC236}">
                    <a16:creationId xmlns:a16="http://schemas.microsoft.com/office/drawing/2014/main" id="{CD666929-D21C-9806-3F23-809D3FE3FC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4044" y="2909604"/>
                <a:ext cx="1440000" cy="76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7" name="矩形: 圆角 236">
                <a:extLst>
                  <a:ext uri="{FF2B5EF4-FFF2-40B4-BE49-F238E27FC236}">
                    <a16:creationId xmlns:a16="http://schemas.microsoft.com/office/drawing/2014/main" id="{4824EC3B-3251-58E5-90C6-A46221686556}"/>
                  </a:ext>
                </a:extLst>
              </p:cNvPr>
              <p:cNvSpPr/>
              <p:nvPr/>
            </p:nvSpPr>
            <p:spPr>
              <a:xfrm>
                <a:off x="4264516" y="1942873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8" name="对象 237">
                <a:extLst>
                  <a:ext uri="{FF2B5EF4-FFF2-40B4-BE49-F238E27FC236}">
                    <a16:creationId xmlns:a16="http://schemas.microsoft.com/office/drawing/2014/main" id="{B1C58BC0-E109-949B-A460-9F74AEA6C0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0528263"/>
                  </p:ext>
                </p:extLst>
              </p:nvPr>
            </p:nvGraphicFramePr>
            <p:xfrm>
              <a:off x="4323639" y="1998735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64880" imgH="190440" progId="Equation.DSMT4">
                      <p:embed/>
                    </p:oleObj>
                  </mc:Choice>
                  <mc:Fallback>
                    <p:oleObj name="Equation" r:id="rId21" imgW="164880" imgH="190440" progId="Equation.DSMT4">
                      <p:embed/>
                      <p:pic>
                        <p:nvPicPr>
                          <p:cNvPr id="219" name="对象 218">
                            <a:extLst>
                              <a:ext uri="{FF2B5EF4-FFF2-40B4-BE49-F238E27FC236}">
                                <a16:creationId xmlns:a16="http://schemas.microsoft.com/office/drawing/2014/main" id="{74DA8AC0-3FA8-20E1-BCF3-C16C87E9350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323639" y="1998735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0" name="矩形: 圆角 239">
                <a:extLst>
                  <a:ext uri="{FF2B5EF4-FFF2-40B4-BE49-F238E27FC236}">
                    <a16:creationId xmlns:a16="http://schemas.microsoft.com/office/drawing/2014/main" id="{35E6F02A-F8C1-AB80-CF0B-899FDE5BA9A9}"/>
                  </a:ext>
                </a:extLst>
              </p:cNvPr>
              <p:cNvSpPr/>
              <p:nvPr/>
            </p:nvSpPr>
            <p:spPr>
              <a:xfrm>
                <a:off x="4264513" y="2515063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41" name="对象 240">
                <a:extLst>
                  <a:ext uri="{FF2B5EF4-FFF2-40B4-BE49-F238E27FC236}">
                    <a16:creationId xmlns:a16="http://schemas.microsoft.com/office/drawing/2014/main" id="{8C76843A-65CD-7603-B037-B8AD36D8A4E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3512559"/>
                  </p:ext>
                </p:extLst>
              </p:nvPr>
            </p:nvGraphicFramePr>
            <p:xfrm>
              <a:off x="4323637" y="2543483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64880" imgH="190440" progId="Equation.DSMT4">
                      <p:embed/>
                    </p:oleObj>
                  </mc:Choice>
                  <mc:Fallback>
                    <p:oleObj name="Equation" r:id="rId22" imgW="164880" imgH="190440" progId="Equation.DSMT4">
                      <p:embed/>
                      <p:pic>
                        <p:nvPicPr>
                          <p:cNvPr id="222" name="对象 221">
                            <a:extLst>
                              <a:ext uri="{FF2B5EF4-FFF2-40B4-BE49-F238E27FC236}">
                                <a16:creationId xmlns:a16="http://schemas.microsoft.com/office/drawing/2014/main" id="{F5651F6B-5D31-1B3D-8134-81A3801EB87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323637" y="2543483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3" name="矩形: 圆角 242">
                <a:extLst>
                  <a:ext uri="{FF2B5EF4-FFF2-40B4-BE49-F238E27FC236}">
                    <a16:creationId xmlns:a16="http://schemas.microsoft.com/office/drawing/2014/main" id="{C2FACC98-6EEE-03C6-ECC0-AA83102E17CA}"/>
                  </a:ext>
                </a:extLst>
              </p:cNvPr>
              <p:cNvSpPr/>
              <p:nvPr/>
            </p:nvSpPr>
            <p:spPr>
              <a:xfrm>
                <a:off x="4863675" y="2192640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44" name="对象 243">
                <a:extLst>
                  <a:ext uri="{FF2B5EF4-FFF2-40B4-BE49-F238E27FC236}">
                    <a16:creationId xmlns:a16="http://schemas.microsoft.com/office/drawing/2014/main" id="{F2492589-D362-6CBA-5C59-81FF0ED18A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7093532"/>
                  </p:ext>
                </p:extLst>
              </p:nvPr>
            </p:nvGraphicFramePr>
            <p:xfrm>
              <a:off x="4922798" y="2248502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64880" imgH="190440" progId="Equation.DSMT4">
                      <p:embed/>
                    </p:oleObj>
                  </mc:Choice>
                  <mc:Fallback>
                    <p:oleObj name="Equation" r:id="rId23" imgW="164880" imgH="190440" progId="Equation.DSMT4">
                      <p:embed/>
                      <p:pic>
                        <p:nvPicPr>
                          <p:cNvPr id="219" name="对象 218">
                            <a:extLst>
                              <a:ext uri="{FF2B5EF4-FFF2-40B4-BE49-F238E27FC236}">
                                <a16:creationId xmlns:a16="http://schemas.microsoft.com/office/drawing/2014/main" id="{74DA8AC0-3FA8-20E1-BCF3-C16C87E9350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922798" y="2248502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48" name="组合 247">
                <a:extLst>
                  <a:ext uri="{FF2B5EF4-FFF2-40B4-BE49-F238E27FC236}">
                    <a16:creationId xmlns:a16="http://schemas.microsoft.com/office/drawing/2014/main" id="{897FFD86-D36D-898F-6381-9BD77274FA3A}"/>
                  </a:ext>
                </a:extLst>
              </p:cNvPr>
              <p:cNvGrpSpPr/>
              <p:nvPr/>
            </p:nvGrpSpPr>
            <p:grpSpPr>
              <a:xfrm>
                <a:off x="5395167" y="1793015"/>
                <a:ext cx="330006" cy="357238"/>
                <a:chOff x="2440459" y="1210962"/>
                <a:chExt cx="401595" cy="438665"/>
              </a:xfrm>
            </p:grpSpPr>
            <p:sp>
              <p:nvSpPr>
                <p:cNvPr id="249" name="矩形: 圆角 248">
                  <a:extLst>
                    <a:ext uri="{FF2B5EF4-FFF2-40B4-BE49-F238E27FC236}">
                      <a16:creationId xmlns:a16="http://schemas.microsoft.com/office/drawing/2014/main" id="{55F1145E-109A-01EB-2971-DD80F6A7A68D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50" name="对象 249">
                  <a:extLst>
                    <a:ext uri="{FF2B5EF4-FFF2-40B4-BE49-F238E27FC236}">
                      <a16:creationId xmlns:a16="http://schemas.microsoft.com/office/drawing/2014/main" id="{165AA597-EE30-1746-E6FE-33692F1E82E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868675612"/>
                    </p:ext>
                  </p:extLst>
                </p:nvPr>
              </p:nvGraphicFramePr>
              <p:xfrm>
                <a:off x="2519749" y="1266526"/>
                <a:ext cx="241300" cy="327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139680" imgH="190440" progId="Equation.DSMT4">
                        <p:embed/>
                      </p:oleObj>
                    </mc:Choice>
                    <mc:Fallback>
                      <p:oleObj name="Equation" r:id="rId24" imgW="139680" imgH="190440" progId="Equation.DSMT4">
                        <p:embed/>
                        <p:pic>
                          <p:nvPicPr>
                            <p:cNvPr id="188" name="对象 187">
                              <a:extLst>
                                <a:ext uri="{FF2B5EF4-FFF2-40B4-BE49-F238E27FC236}">
                                  <a16:creationId xmlns:a16="http://schemas.microsoft.com/office/drawing/2014/main" id="{86991A12-9015-3572-913D-E7B80C037FE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9749" y="1266526"/>
                              <a:ext cx="241300" cy="3270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1" name="组合 250">
                <a:extLst>
                  <a:ext uri="{FF2B5EF4-FFF2-40B4-BE49-F238E27FC236}">
                    <a16:creationId xmlns:a16="http://schemas.microsoft.com/office/drawing/2014/main" id="{0685AD6D-7974-17A1-F46D-8A2B139A06BD}"/>
                  </a:ext>
                </a:extLst>
              </p:cNvPr>
              <p:cNvGrpSpPr/>
              <p:nvPr/>
            </p:nvGrpSpPr>
            <p:grpSpPr>
              <a:xfrm>
                <a:off x="5466756" y="2198831"/>
                <a:ext cx="191852" cy="199184"/>
                <a:chOff x="3136556" y="3309582"/>
                <a:chExt cx="401595" cy="372870"/>
              </a:xfrm>
            </p:grpSpPr>
            <p:sp>
              <p:nvSpPr>
                <p:cNvPr id="252" name="矩形: 圆角 251">
                  <a:extLst>
                    <a:ext uri="{FF2B5EF4-FFF2-40B4-BE49-F238E27FC236}">
                      <a16:creationId xmlns:a16="http://schemas.microsoft.com/office/drawing/2014/main" id="{D6D9B6C8-4320-17F3-0749-0E5C10232D24}"/>
                    </a:ext>
                  </a:extLst>
                </p:cNvPr>
                <p:cNvSpPr/>
                <p:nvPr/>
              </p:nvSpPr>
              <p:spPr>
                <a:xfrm>
                  <a:off x="3136556" y="3309582"/>
                  <a:ext cx="401595" cy="288001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3" name="弧形 252">
                  <a:extLst>
                    <a:ext uri="{FF2B5EF4-FFF2-40B4-BE49-F238E27FC236}">
                      <a16:creationId xmlns:a16="http://schemas.microsoft.com/office/drawing/2014/main" id="{BA0F0092-0817-97FE-AEBC-BB826BF769D9}"/>
                    </a:ext>
                  </a:extLst>
                </p:cNvPr>
                <p:cNvSpPr/>
                <p:nvPr/>
              </p:nvSpPr>
              <p:spPr>
                <a:xfrm rot="16200000">
                  <a:off x="3193353" y="3394452"/>
                  <a:ext cx="288000" cy="288000"/>
                </a:xfrm>
                <a:prstGeom prst="arc">
                  <a:avLst>
                    <a:gd name="adj1" fmla="val 16200000"/>
                    <a:gd name="adj2" fmla="val 5501806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54" name="直接连接符 253">
                  <a:extLst>
                    <a:ext uri="{FF2B5EF4-FFF2-40B4-BE49-F238E27FC236}">
                      <a16:creationId xmlns:a16="http://schemas.microsoft.com/office/drawing/2014/main" id="{C6A8756E-E512-792B-D172-3848D5EF69D7}"/>
                    </a:ext>
                  </a:extLst>
                </p:cNvPr>
                <p:cNvCxnSpPr/>
                <p:nvPr/>
              </p:nvCxnSpPr>
              <p:spPr>
                <a:xfrm flipV="1">
                  <a:off x="3337353" y="3343702"/>
                  <a:ext cx="81411" cy="19474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组合 257">
                <a:extLst>
                  <a:ext uri="{FF2B5EF4-FFF2-40B4-BE49-F238E27FC236}">
                    <a16:creationId xmlns:a16="http://schemas.microsoft.com/office/drawing/2014/main" id="{D97DFB94-B44B-B7F7-0DC7-7567DDBFB32B}"/>
                  </a:ext>
                </a:extLst>
              </p:cNvPr>
              <p:cNvGrpSpPr/>
              <p:nvPr/>
            </p:nvGrpSpPr>
            <p:grpSpPr>
              <a:xfrm>
                <a:off x="5395167" y="2436428"/>
                <a:ext cx="330006" cy="357238"/>
                <a:chOff x="2440459" y="1210962"/>
                <a:chExt cx="401595" cy="438665"/>
              </a:xfrm>
            </p:grpSpPr>
            <p:sp>
              <p:nvSpPr>
                <p:cNvPr id="263" name="矩形: 圆角 262">
                  <a:extLst>
                    <a:ext uri="{FF2B5EF4-FFF2-40B4-BE49-F238E27FC236}">
                      <a16:creationId xmlns:a16="http://schemas.microsoft.com/office/drawing/2014/main" id="{ECA934C2-98A5-4288-5E20-62E5427D005F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4386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264" name="对象 263">
                  <a:extLst>
                    <a:ext uri="{FF2B5EF4-FFF2-40B4-BE49-F238E27FC236}">
                      <a16:creationId xmlns:a16="http://schemas.microsoft.com/office/drawing/2014/main" id="{25666243-74AD-A4FF-D192-C4FF440C956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50010111"/>
                    </p:ext>
                  </p:extLst>
                </p:nvPr>
              </p:nvGraphicFramePr>
              <p:xfrm>
                <a:off x="2519749" y="1266526"/>
                <a:ext cx="241300" cy="327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139680" imgH="190440" progId="Equation.DSMT4">
                        <p:embed/>
                      </p:oleObj>
                    </mc:Choice>
                    <mc:Fallback>
                      <p:oleObj name="Equation" r:id="rId25" imgW="139680" imgH="190440" progId="Equation.DSMT4">
                        <p:embed/>
                        <p:pic>
                          <p:nvPicPr>
                            <p:cNvPr id="250" name="对象 249">
                              <a:extLst>
                                <a:ext uri="{FF2B5EF4-FFF2-40B4-BE49-F238E27FC236}">
                                  <a16:creationId xmlns:a16="http://schemas.microsoft.com/office/drawing/2014/main" id="{165AA597-EE30-1746-E6FE-33692F1E82E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19749" y="1266526"/>
                              <a:ext cx="241300" cy="3270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9" name="组合 258">
                <a:extLst>
                  <a:ext uri="{FF2B5EF4-FFF2-40B4-BE49-F238E27FC236}">
                    <a16:creationId xmlns:a16="http://schemas.microsoft.com/office/drawing/2014/main" id="{82B5EA5C-2D70-9DE6-B048-85C0CE8567C7}"/>
                  </a:ext>
                </a:extLst>
              </p:cNvPr>
              <p:cNvGrpSpPr/>
              <p:nvPr/>
            </p:nvGrpSpPr>
            <p:grpSpPr>
              <a:xfrm>
                <a:off x="5466756" y="2850383"/>
                <a:ext cx="191852" cy="199184"/>
                <a:chOff x="3136556" y="3309582"/>
                <a:chExt cx="401595" cy="372870"/>
              </a:xfrm>
            </p:grpSpPr>
            <p:sp>
              <p:nvSpPr>
                <p:cNvPr id="260" name="矩形: 圆角 259">
                  <a:extLst>
                    <a:ext uri="{FF2B5EF4-FFF2-40B4-BE49-F238E27FC236}">
                      <a16:creationId xmlns:a16="http://schemas.microsoft.com/office/drawing/2014/main" id="{9D7BABE7-FDE9-16C0-4595-A19AD8D877CC}"/>
                    </a:ext>
                  </a:extLst>
                </p:cNvPr>
                <p:cNvSpPr/>
                <p:nvPr/>
              </p:nvSpPr>
              <p:spPr>
                <a:xfrm>
                  <a:off x="3136556" y="3309582"/>
                  <a:ext cx="401595" cy="288001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1" name="弧形 260">
                  <a:extLst>
                    <a:ext uri="{FF2B5EF4-FFF2-40B4-BE49-F238E27FC236}">
                      <a16:creationId xmlns:a16="http://schemas.microsoft.com/office/drawing/2014/main" id="{33188449-F079-3B8A-D641-1F24261F8328}"/>
                    </a:ext>
                  </a:extLst>
                </p:cNvPr>
                <p:cNvSpPr/>
                <p:nvPr/>
              </p:nvSpPr>
              <p:spPr>
                <a:xfrm rot="16200000">
                  <a:off x="3193353" y="3394452"/>
                  <a:ext cx="288000" cy="288000"/>
                </a:xfrm>
                <a:prstGeom prst="arc">
                  <a:avLst>
                    <a:gd name="adj1" fmla="val 16200000"/>
                    <a:gd name="adj2" fmla="val 5501806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62" name="直接连接符 261">
                  <a:extLst>
                    <a:ext uri="{FF2B5EF4-FFF2-40B4-BE49-F238E27FC236}">
                      <a16:creationId xmlns:a16="http://schemas.microsoft.com/office/drawing/2014/main" id="{08682414-B9AA-2067-2349-10ACB9E95776}"/>
                    </a:ext>
                  </a:extLst>
                </p:cNvPr>
                <p:cNvCxnSpPr/>
                <p:nvPr/>
              </p:nvCxnSpPr>
              <p:spPr>
                <a:xfrm flipV="1">
                  <a:off x="3337353" y="3343702"/>
                  <a:ext cx="81411" cy="19474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0" name="直接连接符 309">
                <a:extLst>
                  <a:ext uri="{FF2B5EF4-FFF2-40B4-BE49-F238E27FC236}">
                    <a16:creationId xmlns:a16="http://schemas.microsoft.com/office/drawing/2014/main" id="{D9A494F6-DD4F-4853-7847-4293400690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70643" y="3200330"/>
                <a:ext cx="1728000" cy="76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6" name="矩形: 圆角 245">
                <a:extLst>
                  <a:ext uri="{FF2B5EF4-FFF2-40B4-BE49-F238E27FC236}">
                    <a16:creationId xmlns:a16="http://schemas.microsoft.com/office/drawing/2014/main" id="{625E72C2-6C36-B1A0-CB2B-5A49556E865A}"/>
                  </a:ext>
                </a:extLst>
              </p:cNvPr>
              <p:cNvSpPr/>
              <p:nvPr/>
            </p:nvSpPr>
            <p:spPr>
              <a:xfrm>
                <a:off x="4863675" y="2829140"/>
                <a:ext cx="401595" cy="43866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47" name="对象 246">
                <a:extLst>
                  <a:ext uri="{FF2B5EF4-FFF2-40B4-BE49-F238E27FC236}">
                    <a16:creationId xmlns:a16="http://schemas.microsoft.com/office/drawing/2014/main" id="{2AB1A200-7527-6845-9435-CCD775AA64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91525009"/>
                  </p:ext>
                </p:extLst>
              </p:nvPr>
            </p:nvGraphicFramePr>
            <p:xfrm>
              <a:off x="4922798" y="2885002"/>
              <a:ext cx="283348" cy="3269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64880" imgH="190440" progId="Equation.DSMT4">
                      <p:embed/>
                    </p:oleObj>
                  </mc:Choice>
                  <mc:Fallback>
                    <p:oleObj name="Equation" r:id="rId26" imgW="164880" imgH="190440" progId="Equation.DSMT4">
                      <p:embed/>
                      <p:pic>
                        <p:nvPicPr>
                          <p:cNvPr id="222" name="对象 221">
                            <a:extLst>
                              <a:ext uri="{FF2B5EF4-FFF2-40B4-BE49-F238E27FC236}">
                                <a16:creationId xmlns:a16="http://schemas.microsoft.com/office/drawing/2014/main" id="{F5651F6B-5D31-1B3D-8134-81A3801EB87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922798" y="2885002"/>
                            <a:ext cx="283348" cy="3269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11" name="直接连接符 310">
                <a:extLst>
                  <a:ext uri="{FF2B5EF4-FFF2-40B4-BE49-F238E27FC236}">
                    <a16:creationId xmlns:a16="http://schemas.microsoft.com/office/drawing/2014/main" id="{64894DCC-7EA7-94D8-E73E-6B4ACF0F5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3382" y="1984643"/>
                <a:ext cx="188882" cy="360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2" name="直接连接符 311">
                <a:extLst>
                  <a:ext uri="{FF2B5EF4-FFF2-40B4-BE49-F238E27FC236}">
                    <a16:creationId xmlns:a16="http://schemas.microsoft.com/office/drawing/2014/main" id="{32A2F86C-F1F7-C2E0-88AD-33F69D7AEA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94492" y="2841927"/>
                <a:ext cx="188882" cy="36000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直接连接符 312">
                <a:extLst>
                  <a:ext uri="{FF2B5EF4-FFF2-40B4-BE49-F238E27FC236}">
                    <a16:creationId xmlns:a16="http://schemas.microsoft.com/office/drawing/2014/main" id="{74B092C2-B01A-2CDE-2D42-5D0478016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3374" y="2340682"/>
                <a:ext cx="792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5" name="直接连接符 314">
                <a:extLst>
                  <a:ext uri="{FF2B5EF4-FFF2-40B4-BE49-F238E27FC236}">
                    <a16:creationId xmlns:a16="http://schemas.microsoft.com/office/drawing/2014/main" id="{CD9B7A61-605A-0F94-3099-7B505EFDEE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9564" y="2843832"/>
                <a:ext cx="792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D4EC4ED9-63FA-1C10-E74D-F88139B522A5}"/>
                  </a:ext>
                </a:extLst>
              </p:cNvPr>
              <p:cNvGrpSpPr/>
              <p:nvPr/>
            </p:nvGrpSpPr>
            <p:grpSpPr>
              <a:xfrm>
                <a:off x="6168950" y="2104586"/>
                <a:ext cx="401595" cy="972065"/>
                <a:chOff x="2440459" y="1210962"/>
                <a:chExt cx="401595" cy="972065"/>
              </a:xfrm>
            </p:grpSpPr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F990C31D-AEAE-7812-8530-9E3EB7AE0A2B}"/>
                    </a:ext>
                  </a:extLst>
                </p:cNvPr>
                <p:cNvSpPr/>
                <p:nvPr/>
              </p:nvSpPr>
              <p:spPr>
                <a:xfrm>
                  <a:off x="2440459" y="1210962"/>
                  <a:ext cx="401595" cy="97206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aphicFrame>
              <p:nvGraphicFramePr>
                <p:cNvPr id="12" name="对象 11">
                  <a:extLst>
                    <a:ext uri="{FF2B5EF4-FFF2-40B4-BE49-F238E27FC236}">
                      <a16:creationId xmlns:a16="http://schemas.microsoft.com/office/drawing/2014/main" id="{00C46E0C-509A-BA47-D53B-9DFF7E20520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76904704"/>
                    </p:ext>
                  </p:extLst>
                </p:nvPr>
              </p:nvGraphicFramePr>
              <p:xfrm>
                <a:off x="2446357" y="1565414"/>
                <a:ext cx="391637" cy="2619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7" imgW="228600" imgH="152280" progId="Equation.DSMT4">
                        <p:embed/>
                      </p:oleObj>
                    </mc:Choice>
                    <mc:Fallback>
                      <p:oleObj name="Equation" r:id="rId27" imgW="228600" imgH="152280" progId="Equation.DSMT4">
                        <p:embed/>
                        <p:pic>
                          <p:nvPicPr>
                            <p:cNvPr id="5" name="对象 4">
                              <a:extLst>
                                <a:ext uri="{FF2B5EF4-FFF2-40B4-BE49-F238E27FC236}">
                                  <a16:creationId xmlns:a16="http://schemas.microsoft.com/office/drawing/2014/main" id="{FD1F95DD-6EB8-FA50-DF1D-AB8512D1C29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46357" y="1565414"/>
                              <a:ext cx="391637" cy="2619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1D9A95C1-1490-EEC1-9891-4A35C8143C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7017" y="2543483"/>
                <a:ext cx="180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1A5038EC-5CE4-1B34-9729-481CD3C6E4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7017" y="2597842"/>
                <a:ext cx="180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429D73A-2300-FC7C-08C7-07E7F5163B81}"/>
                </a:ext>
              </a:extLst>
            </p:cNvPr>
            <p:cNvSpPr txBox="1"/>
            <p:nvPr/>
          </p:nvSpPr>
          <p:spPr>
            <a:xfrm>
              <a:off x="2593882" y="468424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卷积层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1311FD7-B5CA-5F0F-6C13-B7748DFEDF23}"/>
                </a:ext>
              </a:extLst>
            </p:cNvPr>
            <p:cNvSpPr txBox="1"/>
            <p:nvPr/>
          </p:nvSpPr>
          <p:spPr>
            <a:xfrm>
              <a:off x="4608177" y="468424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卷积层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84E00F7-E259-561B-6B28-3203D089BE28}"/>
                </a:ext>
              </a:extLst>
            </p:cNvPr>
            <p:cNvSpPr txBox="1"/>
            <p:nvPr/>
          </p:nvSpPr>
          <p:spPr>
            <a:xfrm>
              <a:off x="3584325" y="468424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池化层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44B5B54-EF1E-2341-019E-77B2DDD63B12}"/>
                </a:ext>
              </a:extLst>
            </p:cNvPr>
            <p:cNvSpPr txBox="1"/>
            <p:nvPr/>
          </p:nvSpPr>
          <p:spPr>
            <a:xfrm>
              <a:off x="5734240" y="468424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池化层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47C2685-40D5-6500-12BB-43D4ABB8D68B}"/>
                </a:ext>
              </a:extLst>
            </p:cNvPr>
            <p:cNvSpPr txBox="1"/>
            <p:nvPr/>
          </p:nvSpPr>
          <p:spPr>
            <a:xfrm>
              <a:off x="6387929" y="468424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全连接层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E101B346-1D67-BAF2-F220-FB93D8596E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3560075"/>
                </p:ext>
              </p:extLst>
            </p:nvPr>
          </p:nvGraphicFramePr>
          <p:xfrm>
            <a:off x="7833154" y="2412797"/>
            <a:ext cx="363484" cy="343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28600" imgH="215640" progId="Equation.DSMT4">
                    <p:embed/>
                  </p:oleObj>
                </mc:Choice>
                <mc:Fallback>
                  <p:oleObj name="Equation" r:id="rId29" imgW="22860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7833154" y="2412797"/>
                          <a:ext cx="363484" cy="34329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517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F942-DB66-67F5-E4B7-F29CE50F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04AFF80-AFBD-7D65-0D29-02C2D1EEE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488" y="739547"/>
            <a:ext cx="2781844" cy="1244914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D60A3E7-CF5D-6AB2-31F5-9843CDBADBB1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57E7234-66BA-85F4-012F-C098DFB98903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CE6812EE-2E4E-BEBD-E1E3-6CBDB1F7747A}"/>
              </a:ext>
            </a:extLst>
          </p:cNvPr>
          <p:cNvGrpSpPr/>
          <p:nvPr/>
        </p:nvGrpSpPr>
        <p:grpSpPr>
          <a:xfrm>
            <a:off x="2298191" y="231965"/>
            <a:ext cx="5511405" cy="2549463"/>
            <a:chOff x="2298191" y="231965"/>
            <a:chExt cx="5511405" cy="2549463"/>
          </a:xfrm>
        </p:grpSpPr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ABB281B2-8C0A-4451-4CDA-444364067A4A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 rot="5400000" flipH="1">
              <a:off x="5793510" y="1290699"/>
              <a:ext cx="263497" cy="2125605"/>
            </a:xfrm>
            <a:prstGeom prst="bentConnector3">
              <a:avLst>
                <a:gd name="adj1" fmla="val -110204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56F5505-1701-EC51-A277-07F706476669}"/>
                </a:ext>
              </a:extLst>
            </p:cNvPr>
            <p:cNvSpPr txBox="1"/>
            <p:nvPr/>
          </p:nvSpPr>
          <p:spPr>
            <a:xfrm>
              <a:off x="3751759" y="2196749"/>
              <a:ext cx="110799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500" dirty="0"/>
                <a:t>更新参数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E79F790-F196-B9EF-CA64-574FCE29F330}"/>
                </a:ext>
              </a:extLst>
            </p:cNvPr>
            <p:cNvSpPr txBox="1"/>
            <p:nvPr/>
          </p:nvSpPr>
          <p:spPr>
            <a:xfrm>
              <a:off x="5217621" y="2458263"/>
              <a:ext cx="133882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00" dirty="0"/>
                <a:t>计算损失函数</a:t>
              </a: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A853901C-B7B5-2D12-C2F8-C45D506745A4}"/>
                </a:ext>
              </a:extLst>
            </p:cNvPr>
            <p:cNvSpPr/>
            <p:nvPr/>
          </p:nvSpPr>
          <p:spPr>
            <a:xfrm>
              <a:off x="2298191" y="231965"/>
              <a:ext cx="3797809" cy="2253284"/>
            </a:xfrm>
            <a:prstGeom prst="roundRect">
              <a:avLst>
                <a:gd name="adj" fmla="val 5171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84D521A-A438-8B8C-93E2-4B58ED44187A}"/>
                </a:ext>
              </a:extLst>
            </p:cNvPr>
            <p:cNvSpPr txBox="1"/>
            <p:nvPr/>
          </p:nvSpPr>
          <p:spPr>
            <a:xfrm>
              <a:off x="2333054" y="240043"/>
              <a:ext cx="137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/>
                <a:t>量子计算机</a:t>
              </a: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BFFBEC94-3DB6-D074-41BC-0E5CE77B82A7}"/>
                </a:ext>
              </a:extLst>
            </p:cNvPr>
            <p:cNvSpPr/>
            <p:nvPr/>
          </p:nvSpPr>
          <p:spPr>
            <a:xfrm>
              <a:off x="6166526" y="240076"/>
              <a:ext cx="1643070" cy="2245173"/>
            </a:xfrm>
            <a:prstGeom prst="roundRect">
              <a:avLst>
                <a:gd name="adj" fmla="val 5171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1948409-BFDE-56A0-18AA-1F64CF3E7730}"/>
                </a:ext>
              </a:extLst>
            </p:cNvPr>
            <p:cNvSpPr txBox="1"/>
            <p:nvPr/>
          </p:nvSpPr>
          <p:spPr>
            <a:xfrm>
              <a:off x="6166525" y="240043"/>
              <a:ext cx="1370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/>
                <a:t>经典计算机</a:t>
              </a: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49F093B8-67AC-BA29-9413-D3B9BF340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31" y="786660"/>
              <a:ext cx="1080000" cy="1080000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1026" name="Picture 2" descr="梯度下降最直观的理解 - 知乎">
              <a:extLst>
                <a:ext uri="{FF2B5EF4-FFF2-40B4-BE49-F238E27FC236}">
                  <a16:creationId xmlns:a16="http://schemas.microsoft.com/office/drawing/2014/main" id="{ABD68358-87C1-9492-C6A1-6E34B54BDB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35" r="9595"/>
            <a:stretch/>
          </p:blipFill>
          <p:spPr bwMode="auto">
            <a:xfrm>
              <a:off x="6339775" y="786660"/>
              <a:ext cx="1306575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FDC7500-EEC5-3F14-9306-9266503C0A89}"/>
                </a:ext>
              </a:extLst>
            </p:cNvPr>
            <p:cNvSpPr txBox="1"/>
            <p:nvPr/>
          </p:nvSpPr>
          <p:spPr>
            <a:xfrm>
              <a:off x="6339775" y="1762789"/>
              <a:ext cx="133882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00" dirty="0"/>
                <a:t>梯度下降算法</a:t>
              </a:r>
            </a:p>
          </p:txBody>
        </p:sp>
        <p:grpSp>
          <p:nvGrpSpPr>
            <p:cNvPr id="1044" name="组合 1043">
              <a:extLst>
                <a:ext uri="{FF2B5EF4-FFF2-40B4-BE49-F238E27FC236}">
                  <a16:creationId xmlns:a16="http://schemas.microsoft.com/office/drawing/2014/main" id="{D3BF0827-29B3-FE39-8E36-3128BDCA2832}"/>
                </a:ext>
              </a:extLst>
            </p:cNvPr>
            <p:cNvGrpSpPr/>
            <p:nvPr/>
          </p:nvGrpSpPr>
          <p:grpSpPr>
            <a:xfrm>
              <a:off x="5827395" y="918048"/>
              <a:ext cx="342000" cy="35808"/>
              <a:chOff x="5827395" y="918048"/>
              <a:chExt cx="342000" cy="35808"/>
            </a:xfrm>
          </p:grpSpPr>
          <p:cxnSp>
            <p:nvCxnSpPr>
              <p:cNvPr id="1032" name="直接连接符 1031">
                <a:extLst>
                  <a:ext uri="{FF2B5EF4-FFF2-40B4-BE49-F238E27FC236}">
                    <a16:creationId xmlns:a16="http://schemas.microsoft.com/office/drawing/2014/main" id="{111D09E5-054A-8DB6-5FFB-A62982C35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7395" y="918048"/>
                <a:ext cx="342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3" name="直接连接符 1032">
                <a:extLst>
                  <a:ext uri="{FF2B5EF4-FFF2-40B4-BE49-F238E27FC236}">
                    <a16:creationId xmlns:a16="http://schemas.microsoft.com/office/drawing/2014/main" id="{8D650548-4A03-3A86-25C3-B22B5F58EA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7395" y="953856"/>
                <a:ext cx="342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45" name="组合 1044">
              <a:extLst>
                <a:ext uri="{FF2B5EF4-FFF2-40B4-BE49-F238E27FC236}">
                  <a16:creationId xmlns:a16="http://schemas.microsoft.com/office/drawing/2014/main" id="{DB760832-7E48-65CE-0898-0C234E569347}"/>
                </a:ext>
              </a:extLst>
            </p:cNvPr>
            <p:cNvGrpSpPr/>
            <p:nvPr/>
          </p:nvGrpSpPr>
          <p:grpSpPr>
            <a:xfrm>
              <a:off x="5827395" y="1318128"/>
              <a:ext cx="342000" cy="35808"/>
              <a:chOff x="5827395" y="732628"/>
              <a:chExt cx="342000" cy="35808"/>
            </a:xfrm>
          </p:grpSpPr>
          <p:cxnSp>
            <p:nvCxnSpPr>
              <p:cNvPr id="1046" name="直接连接符 1045">
                <a:extLst>
                  <a:ext uri="{FF2B5EF4-FFF2-40B4-BE49-F238E27FC236}">
                    <a16:creationId xmlns:a16="http://schemas.microsoft.com/office/drawing/2014/main" id="{D76E4FF6-64C3-688B-F6AA-715C07790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7395" y="732628"/>
                <a:ext cx="342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7" name="直接连接符 1046">
                <a:extLst>
                  <a:ext uri="{FF2B5EF4-FFF2-40B4-BE49-F238E27FC236}">
                    <a16:creationId xmlns:a16="http://schemas.microsoft.com/office/drawing/2014/main" id="{B2B5A17D-C56E-38E5-4E19-E6080BA81F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7395" y="768436"/>
                <a:ext cx="342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48" name="组合 1047">
              <a:extLst>
                <a:ext uri="{FF2B5EF4-FFF2-40B4-BE49-F238E27FC236}">
                  <a16:creationId xmlns:a16="http://schemas.microsoft.com/office/drawing/2014/main" id="{1912F6A4-578E-C6AC-EB3A-BBA4BBFB6D21}"/>
                </a:ext>
              </a:extLst>
            </p:cNvPr>
            <p:cNvGrpSpPr/>
            <p:nvPr/>
          </p:nvGrpSpPr>
          <p:grpSpPr>
            <a:xfrm>
              <a:off x="5827395" y="1734545"/>
              <a:ext cx="342000" cy="35808"/>
              <a:chOff x="5824550" y="577688"/>
              <a:chExt cx="342000" cy="35808"/>
            </a:xfrm>
          </p:grpSpPr>
          <p:cxnSp>
            <p:nvCxnSpPr>
              <p:cNvPr id="1049" name="直接连接符 1048">
                <a:extLst>
                  <a:ext uri="{FF2B5EF4-FFF2-40B4-BE49-F238E27FC236}">
                    <a16:creationId xmlns:a16="http://schemas.microsoft.com/office/drawing/2014/main" id="{3D05DC23-555A-DEF8-0B99-FFBAAAFE23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4550" y="577688"/>
                <a:ext cx="342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0" name="直接连接符 1049">
                <a:extLst>
                  <a:ext uri="{FF2B5EF4-FFF2-40B4-BE49-F238E27FC236}">
                    <a16:creationId xmlns:a16="http://schemas.microsoft.com/office/drawing/2014/main" id="{8D31A095-888A-5749-87AD-F80EDFCC02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4550" y="613496"/>
                <a:ext cx="3420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80000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十字形 42">
            <a:extLst>
              <a:ext uri="{FF2B5EF4-FFF2-40B4-BE49-F238E27FC236}">
                <a16:creationId xmlns:a16="http://schemas.microsoft.com/office/drawing/2014/main" id="{EBB55C91-E2B3-EEF5-9C7E-8A1199F19C24}"/>
              </a:ext>
            </a:extLst>
          </p:cNvPr>
          <p:cNvSpPr/>
          <p:nvPr/>
        </p:nvSpPr>
        <p:spPr>
          <a:xfrm>
            <a:off x="2729427" y="800668"/>
            <a:ext cx="216000" cy="216000"/>
          </a:xfrm>
          <a:prstGeom prst="plus">
            <a:avLst>
              <a:gd name="adj" fmla="val 44669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55E98194-1903-A25D-7BBF-E7E20155E109}"/>
              </a:ext>
            </a:extLst>
          </p:cNvPr>
          <p:cNvGrpSpPr/>
          <p:nvPr/>
        </p:nvGrpSpPr>
        <p:grpSpPr>
          <a:xfrm>
            <a:off x="59690" y="52070"/>
            <a:ext cx="2495550" cy="1629442"/>
            <a:chOff x="704850" y="163830"/>
            <a:chExt cx="2495550" cy="1629442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CC0223D2-69A1-56B9-03CE-3903FB10C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8654" y="572332"/>
              <a:ext cx="2380754" cy="1112193"/>
            </a:xfrm>
            <a:prstGeom prst="rect">
              <a:avLst/>
            </a:prstGeom>
          </p:spPr>
        </p:pic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A6CC4087-64F2-555D-0AB9-0EAD369BD893}"/>
                </a:ext>
              </a:extLst>
            </p:cNvPr>
            <p:cNvSpPr/>
            <p:nvPr/>
          </p:nvSpPr>
          <p:spPr>
            <a:xfrm>
              <a:off x="704850" y="163830"/>
              <a:ext cx="2495550" cy="1629442"/>
            </a:xfrm>
            <a:prstGeom prst="roundRect">
              <a:avLst>
                <a:gd name="adj" fmla="val 6542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99AA9C4-1D2A-BBA6-804E-D7B01A9289E0}"/>
                </a:ext>
              </a:extLst>
            </p:cNvPr>
            <p:cNvSpPr txBox="1"/>
            <p:nvPr/>
          </p:nvSpPr>
          <p:spPr>
            <a:xfrm>
              <a:off x="735330" y="186586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量子神经网络</a:t>
              </a: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0A0C8D7B-23FC-7E10-AB29-EDDF9436B749}"/>
              </a:ext>
            </a:extLst>
          </p:cNvPr>
          <p:cNvGrpSpPr/>
          <p:nvPr/>
        </p:nvGrpSpPr>
        <p:grpSpPr>
          <a:xfrm>
            <a:off x="3119088" y="52070"/>
            <a:ext cx="3220752" cy="1629442"/>
            <a:chOff x="3764248" y="163830"/>
            <a:chExt cx="3220752" cy="1629442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D265C7E-C97B-6A89-1B73-8E773F8FB73E}"/>
                </a:ext>
              </a:extLst>
            </p:cNvPr>
            <p:cNvGrpSpPr/>
            <p:nvPr/>
          </p:nvGrpSpPr>
          <p:grpSpPr>
            <a:xfrm>
              <a:off x="3958013" y="575131"/>
              <a:ext cx="2932425" cy="1109394"/>
              <a:chOff x="290408" y="3457074"/>
              <a:chExt cx="2932425" cy="1109394"/>
            </a:xfrm>
          </p:grpSpPr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53DA4E62-B306-2E9D-2F18-62531BD5D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408" y="3457074"/>
                <a:ext cx="2932425" cy="282937"/>
              </a:xfrm>
              <a:prstGeom prst="rect">
                <a:avLst/>
              </a:prstGeom>
            </p:spPr>
          </p:pic>
          <p:pic>
            <p:nvPicPr>
              <p:cNvPr id="42" name="图片 41">
                <a:extLst>
                  <a:ext uri="{FF2B5EF4-FFF2-40B4-BE49-F238E27FC236}">
                    <a16:creationId xmlns:a16="http://schemas.microsoft.com/office/drawing/2014/main" id="{CA044739-316E-6FDA-57C6-E26ED26A2B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408" y="3960595"/>
                <a:ext cx="2932425" cy="605873"/>
              </a:xfrm>
              <a:prstGeom prst="rect">
                <a:avLst/>
              </a:prstGeom>
            </p:spPr>
          </p:pic>
        </p:grp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617F647-A36D-8303-38F8-9D4F3ED7137C}"/>
                </a:ext>
              </a:extLst>
            </p:cNvPr>
            <p:cNvSpPr/>
            <p:nvPr/>
          </p:nvSpPr>
          <p:spPr>
            <a:xfrm>
              <a:off x="3764248" y="163830"/>
              <a:ext cx="3220752" cy="1629442"/>
            </a:xfrm>
            <a:prstGeom prst="roundRect">
              <a:avLst>
                <a:gd name="adj" fmla="val 6542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A59C605-869B-25DE-5E17-0582ED5F32F3}"/>
                </a:ext>
              </a:extLst>
            </p:cNvPr>
            <p:cNvSpPr txBox="1"/>
            <p:nvPr/>
          </p:nvSpPr>
          <p:spPr>
            <a:xfrm>
              <a:off x="3783854" y="186586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量子同态加密</a:t>
              </a:r>
            </a:p>
          </p:txBody>
        </p:sp>
      </p:grpSp>
      <p:sp>
        <p:nvSpPr>
          <p:cNvPr id="51" name="箭头: 下 50">
            <a:extLst>
              <a:ext uri="{FF2B5EF4-FFF2-40B4-BE49-F238E27FC236}">
                <a16:creationId xmlns:a16="http://schemas.microsoft.com/office/drawing/2014/main" id="{7FE7D381-1820-1E89-505E-A848B777C83F}"/>
              </a:ext>
            </a:extLst>
          </p:cNvPr>
          <p:cNvSpPr/>
          <p:nvPr/>
        </p:nvSpPr>
        <p:spPr>
          <a:xfrm rot="16200000">
            <a:off x="6513502" y="708546"/>
            <a:ext cx="171253" cy="345440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05DAE42-CB8C-40B4-EE5C-FA07B1CAD7FF}"/>
              </a:ext>
            </a:extLst>
          </p:cNvPr>
          <p:cNvGrpSpPr/>
          <p:nvPr/>
        </p:nvGrpSpPr>
        <p:grpSpPr>
          <a:xfrm>
            <a:off x="6858417" y="52070"/>
            <a:ext cx="2886756" cy="1629442"/>
            <a:chOff x="1959564" y="2066166"/>
            <a:chExt cx="2886756" cy="1629442"/>
          </a:xfrm>
        </p:grpSpPr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4514D409-5CC5-930F-1A4D-CE6D5CBE5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86489" y="2406134"/>
              <a:ext cx="2376951" cy="1171035"/>
            </a:xfrm>
            <a:prstGeom prst="rect">
              <a:avLst/>
            </a:prstGeom>
          </p:spPr>
        </p:pic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4244630C-E7DC-54CD-DE9E-EFD6E2FBE732}"/>
                </a:ext>
              </a:extLst>
            </p:cNvPr>
            <p:cNvSpPr/>
            <p:nvPr/>
          </p:nvSpPr>
          <p:spPr>
            <a:xfrm>
              <a:off x="1959564" y="2066166"/>
              <a:ext cx="2886756" cy="1629442"/>
            </a:xfrm>
            <a:prstGeom prst="roundRect">
              <a:avLst>
                <a:gd name="adj" fmla="val 6542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204CA647-8978-E259-CFCB-FFF3A45263A5}"/>
                </a:ext>
              </a:extLst>
            </p:cNvPr>
            <p:cNvSpPr txBox="1"/>
            <p:nvPr/>
          </p:nvSpPr>
          <p:spPr>
            <a:xfrm>
              <a:off x="1963397" y="2093027"/>
              <a:ext cx="14157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量子同态神经网络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F9EF80-3C98-CE05-8A4D-569C533863DD}"/>
              </a:ext>
            </a:extLst>
          </p:cNvPr>
          <p:cNvGrpSpPr/>
          <p:nvPr/>
        </p:nvGrpSpPr>
        <p:grpSpPr>
          <a:xfrm>
            <a:off x="698259" y="2745133"/>
            <a:ext cx="9320603" cy="4049676"/>
            <a:chOff x="-67859" y="0"/>
            <a:chExt cx="9320603" cy="4049676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36FB364-764A-693C-B941-A2F1F7323589}"/>
                </a:ext>
              </a:extLst>
            </p:cNvPr>
            <p:cNvCxnSpPr/>
            <p:nvPr/>
          </p:nvCxnSpPr>
          <p:spPr>
            <a:xfrm>
              <a:off x="0" y="0"/>
              <a:ext cx="914400" cy="0"/>
            </a:xfrm>
            <a:prstGeom prst="line">
              <a:avLst/>
            </a:prstGeom>
            <a:ln w="0" cap="flat" cmpd="sng" algn="ctr">
              <a:solidFill>
                <a:srgbClr val="FB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rotWithShape="0">
                      <a:scrgbClr r="0" g="0" b="0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0A18455-6526-44AB-25A5-0A0B2001BD2F}"/>
                </a:ext>
              </a:extLst>
            </p:cNvPr>
            <p:cNvCxnSpPr/>
            <p:nvPr/>
          </p:nvCxnSpPr>
          <p:spPr>
            <a:xfrm>
              <a:off x="0" y="0"/>
              <a:ext cx="914400" cy="0"/>
            </a:xfrm>
            <a:prstGeom prst="line">
              <a:avLst/>
            </a:prstGeom>
            <a:ln w="0" cap="flat" cmpd="sng" algn="ctr">
              <a:solidFill>
                <a:srgbClr val="FB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rotWithShape="0">
                      <a:scrgbClr r="0" g="0" b="0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2CF6924-10CC-7205-58C8-A0CC9A9F6048}"/>
                </a:ext>
              </a:extLst>
            </p:cNvPr>
            <p:cNvSpPr/>
            <p:nvPr/>
          </p:nvSpPr>
          <p:spPr>
            <a:xfrm>
              <a:off x="5113669" y="68998"/>
              <a:ext cx="2517071" cy="3169917"/>
            </a:xfrm>
            <a:prstGeom prst="roundRect">
              <a:avLst>
                <a:gd name="adj" fmla="val 11758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8490393-EB86-FCB2-AB69-DEFEA22849A1}"/>
                </a:ext>
              </a:extLst>
            </p:cNvPr>
            <p:cNvSpPr/>
            <p:nvPr/>
          </p:nvSpPr>
          <p:spPr>
            <a:xfrm>
              <a:off x="7901446" y="68998"/>
              <a:ext cx="1351298" cy="316991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7D4324C-2BD9-5B8A-975C-1C2C0FAD0DCD}"/>
                </a:ext>
              </a:extLst>
            </p:cNvPr>
            <p:cNvSpPr/>
            <p:nvPr/>
          </p:nvSpPr>
          <p:spPr>
            <a:xfrm>
              <a:off x="2325892" y="68998"/>
              <a:ext cx="2517071" cy="3169917"/>
            </a:xfrm>
            <a:prstGeom prst="roundRect">
              <a:avLst>
                <a:gd name="adj" fmla="val 1028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D4B3966-CBE3-FCC3-4DB1-387F1F1BC228}"/>
                </a:ext>
              </a:extLst>
            </p:cNvPr>
            <p:cNvSpPr/>
            <p:nvPr/>
          </p:nvSpPr>
          <p:spPr>
            <a:xfrm>
              <a:off x="703637" y="68998"/>
              <a:ext cx="1351298" cy="31699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8355033-7E65-E37B-1F16-72E6ADB0BA79}"/>
                </a:ext>
              </a:extLst>
            </p:cNvPr>
            <p:cNvGrpSpPr/>
            <p:nvPr/>
          </p:nvGrpSpPr>
          <p:grpSpPr>
            <a:xfrm>
              <a:off x="511028" y="460593"/>
              <a:ext cx="7796828" cy="2173188"/>
              <a:chOff x="1742799" y="1417756"/>
              <a:chExt cx="5166000" cy="2173188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6B52691-604F-0161-A2A4-1106E46597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1417756"/>
                <a:ext cx="5166000" cy="231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1952FC5-7E41-019B-D54C-4BD6698DC8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2515930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58E3BD20-C7D7-9366-2C22-2C9C19D148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799" y="3590944"/>
                <a:ext cx="516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A3EE843-9986-1178-5F96-0B66EC441BEB}"/>
                </a:ext>
              </a:extLst>
            </p:cNvPr>
            <p:cNvGrpSpPr/>
            <p:nvPr/>
          </p:nvGrpSpPr>
          <p:grpSpPr>
            <a:xfrm>
              <a:off x="8307856" y="348258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81EFEE77-1C02-F11E-E698-9E34171B5172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弧形 37">
                <a:extLst>
                  <a:ext uri="{FF2B5EF4-FFF2-40B4-BE49-F238E27FC236}">
                    <a16:creationId xmlns:a16="http://schemas.microsoft.com/office/drawing/2014/main" id="{9D000DFF-26FF-D3C8-955A-53054A134524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D9B78285-ACF1-9556-AF26-03F495427C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E9DACB3-6A4D-CDD1-743C-0287DC897704}"/>
                </a:ext>
              </a:extLst>
            </p:cNvPr>
            <p:cNvGrpSpPr/>
            <p:nvPr/>
          </p:nvGrpSpPr>
          <p:grpSpPr>
            <a:xfrm>
              <a:off x="8307856" y="1382977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11709DB4-D611-484E-EA56-B740E8488409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弧形 34">
                <a:extLst>
                  <a:ext uri="{FF2B5EF4-FFF2-40B4-BE49-F238E27FC236}">
                    <a16:creationId xmlns:a16="http://schemas.microsoft.com/office/drawing/2014/main" id="{FA37A218-1D38-26B3-41CC-5F67EB1B4C12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5E9767B7-49C9-AD36-AC06-E1AB00EFBB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AE7C4DC-F6DD-BB2B-478D-72156BF60E9E}"/>
                </a:ext>
              </a:extLst>
            </p:cNvPr>
            <p:cNvGrpSpPr/>
            <p:nvPr/>
          </p:nvGrpSpPr>
          <p:grpSpPr>
            <a:xfrm>
              <a:off x="8307856" y="2417696"/>
              <a:ext cx="644776" cy="558343"/>
              <a:chOff x="8304914" y="5345671"/>
              <a:chExt cx="985949" cy="768733"/>
            </a:xfrm>
            <a:noFill/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B95BD9DD-84DD-7013-D542-479DF37D7ED3}"/>
                  </a:ext>
                </a:extLst>
              </p:cNvPr>
              <p:cNvSpPr/>
              <p:nvPr/>
            </p:nvSpPr>
            <p:spPr>
              <a:xfrm>
                <a:off x="8304914" y="5345671"/>
                <a:ext cx="985949" cy="634049"/>
              </a:xfrm>
              <a:prstGeom prst="rect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弧形 31">
                <a:extLst>
                  <a:ext uri="{FF2B5EF4-FFF2-40B4-BE49-F238E27FC236}">
                    <a16:creationId xmlns:a16="http://schemas.microsoft.com/office/drawing/2014/main" id="{5CEE2502-9AA3-D223-5727-EF5D02421CD1}"/>
                  </a:ext>
                </a:extLst>
              </p:cNvPr>
              <p:cNvSpPr/>
              <p:nvPr/>
            </p:nvSpPr>
            <p:spPr>
              <a:xfrm rot="16200000">
                <a:off x="8553694" y="5513436"/>
                <a:ext cx="560697" cy="641239"/>
              </a:xfrm>
              <a:prstGeom prst="arc">
                <a:avLst>
                  <a:gd name="adj1" fmla="val 16200000"/>
                  <a:gd name="adj2" fmla="val 5299938"/>
                </a:avLst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B00816C2-2E38-7BE7-5647-D7D35DC288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9368" y="5398755"/>
                <a:ext cx="322487" cy="447418"/>
              </a:xfrm>
              <a:prstGeom prst="straightConnector1">
                <a:avLst/>
              </a:prstGeom>
              <a:grpFill/>
              <a:ln w="19050">
                <a:solidFill>
                  <a:schemeClr val="accent2">
                    <a:lumMod val="75000"/>
                  </a:schemeClr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8E17162B-C1D3-40FA-62AF-668E658AEB9D}"/>
                    </a:ext>
                  </a:extLst>
                </p:cNvPr>
                <p:cNvSpPr/>
                <p:nvPr/>
              </p:nvSpPr>
              <p:spPr>
                <a:xfrm>
                  <a:off x="991175" y="235736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478F447F-A969-C8BC-ECAA-7E8DB6B1C8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175" y="235736"/>
                  <a:ext cx="727127" cy="573043"/>
                </a:xfrm>
                <a:prstGeom prst="rect">
                  <a:avLst/>
                </a:prstGeom>
                <a:blipFill>
                  <a:blip r:embed="rId6"/>
                  <a:stretch>
                    <a:fillRect l="-2459" r="-655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2A63A92C-5FEE-DB87-5F23-4F8B6A1FAD6C}"/>
                    </a:ext>
                  </a:extLst>
                </p:cNvPr>
                <p:cNvSpPr/>
                <p:nvPr/>
              </p:nvSpPr>
              <p:spPr>
                <a:xfrm>
                  <a:off x="991175" y="2328862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A0E74858-183A-2D1D-8D2D-FCBB93ACCD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175" y="2328862"/>
                  <a:ext cx="727127" cy="573043"/>
                </a:xfrm>
                <a:prstGeom prst="rect">
                  <a:avLst/>
                </a:prstGeom>
                <a:blipFill>
                  <a:blip r:embed="rId7"/>
                  <a:stretch>
                    <a:fillRect l="-245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F180CFEA-7FEE-5657-7125-4561046F93D8}"/>
                    </a:ext>
                  </a:extLst>
                </p:cNvPr>
                <p:cNvSpPr/>
                <p:nvPr/>
              </p:nvSpPr>
              <p:spPr>
                <a:xfrm>
                  <a:off x="991175" y="1282299"/>
                  <a:ext cx="727127" cy="57304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FD8137F0-30C6-1121-E8AF-647F36FB21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175" y="1282299"/>
                  <a:ext cx="727127" cy="573043"/>
                </a:xfrm>
                <a:prstGeom prst="rect">
                  <a:avLst/>
                </a:prstGeom>
                <a:blipFill>
                  <a:blip r:embed="rId8"/>
                  <a:stretch>
                    <a:fillRect l="-2459" r="-7377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099FB27B-C576-C5EC-1289-71B01349053F}"/>
                    </a:ext>
                  </a:extLst>
                </p:cNvPr>
                <p:cNvSpPr/>
                <p:nvPr/>
              </p:nvSpPr>
              <p:spPr>
                <a:xfrm>
                  <a:off x="2642898" y="196696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FEFE9020-D473-4ED5-F62E-4F03B63D3F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898" y="196696"/>
                  <a:ext cx="727889" cy="663286"/>
                </a:xfrm>
                <a:prstGeom prst="rect">
                  <a:avLst/>
                </a:prstGeom>
                <a:blipFill>
                  <a:blip r:embed="rId9"/>
                  <a:stretch>
                    <a:fillRect l="-8197" r="-13115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AA13C84C-5136-E5B7-FF9B-8F45A9126BC4}"/>
                    </a:ext>
                  </a:extLst>
                </p:cNvPr>
                <p:cNvSpPr/>
                <p:nvPr/>
              </p:nvSpPr>
              <p:spPr>
                <a:xfrm>
                  <a:off x="3739682" y="1283306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9CC72AF8-BB7E-DF67-E0AE-3943CC6F26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682" y="1283306"/>
                  <a:ext cx="727889" cy="1618599"/>
                </a:xfrm>
                <a:prstGeom prst="rect">
                  <a:avLst/>
                </a:prstGeom>
                <a:blipFill>
                  <a:blip r:embed="rId10"/>
                  <a:stretch>
                    <a:fillRect l="-7317" r="-13008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E0551D1C-7F06-496F-5A00-E3798264DFBF}"/>
                    </a:ext>
                  </a:extLst>
                </p:cNvPr>
                <p:cNvSpPr txBox="1"/>
                <p:nvPr/>
              </p:nvSpPr>
              <p:spPr>
                <a:xfrm>
                  <a:off x="-67859" y="1340324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379CEFD-6D82-DD4B-C929-556B7441E6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859" y="1340324"/>
                  <a:ext cx="543358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30B9738-E364-CBD3-DA32-A84C2028ADAE}"/>
                    </a:ext>
                  </a:extLst>
                </p:cNvPr>
                <p:cNvSpPr txBox="1"/>
                <p:nvPr/>
              </p:nvSpPr>
              <p:spPr>
                <a:xfrm>
                  <a:off x="-67859" y="268539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6ACA51A-D571-C23D-50F6-FA3A9321F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859" y="268539"/>
                  <a:ext cx="543358" cy="338554"/>
                </a:xfrm>
                <a:prstGeom prst="rect">
                  <a:avLst/>
                </a:prstGeom>
                <a:blipFill>
                  <a:blip r:embed="rId12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8DD281-E035-8E12-338E-83DAF72B2E4F}"/>
                    </a:ext>
                  </a:extLst>
                </p:cNvPr>
                <p:cNvSpPr txBox="1"/>
                <p:nvPr/>
              </p:nvSpPr>
              <p:spPr>
                <a:xfrm>
                  <a:off x="-67859" y="2412108"/>
                  <a:ext cx="54335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0BA2CC1-6C6C-31B1-71E8-C0655C7BF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859" y="2412108"/>
                  <a:ext cx="543358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D619329B-CF62-1A98-405F-F6C306E8B208}"/>
                    </a:ext>
                  </a:extLst>
                </p:cNvPr>
                <p:cNvSpPr/>
                <p:nvPr/>
              </p:nvSpPr>
              <p:spPr>
                <a:xfrm>
                  <a:off x="2642898" y="1282299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A81D909-1976-72CB-5C5E-9C7114CA06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898" y="1282299"/>
                  <a:ext cx="727889" cy="663286"/>
                </a:xfrm>
                <a:prstGeom prst="rect">
                  <a:avLst/>
                </a:prstGeom>
                <a:blipFill>
                  <a:blip r:embed="rId14"/>
                  <a:stretch>
                    <a:fillRect l="-8197" r="-13115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B05E5F5A-DB56-03CD-2094-83880D6410BC}"/>
                    </a:ext>
                  </a:extLst>
                </p:cNvPr>
                <p:cNvSpPr/>
                <p:nvPr/>
              </p:nvSpPr>
              <p:spPr>
                <a:xfrm>
                  <a:off x="5430675" y="196696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ED91C3B3-FC7D-7F21-C8B7-7E4CEFE290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675" y="196696"/>
                  <a:ext cx="727889" cy="663286"/>
                </a:xfrm>
                <a:prstGeom prst="rect">
                  <a:avLst/>
                </a:prstGeom>
                <a:blipFill>
                  <a:blip r:embed="rId15"/>
                  <a:stretch>
                    <a:fillRect l="-8197" r="-13934"/>
                  </a:stretch>
                </a:blip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97433707-0062-EF36-51A7-1D8FAF8012DA}"/>
                    </a:ext>
                  </a:extLst>
                </p:cNvPr>
                <p:cNvSpPr/>
                <p:nvPr/>
              </p:nvSpPr>
              <p:spPr>
                <a:xfrm>
                  <a:off x="6527459" y="1283306"/>
                  <a:ext cx="727889" cy="161859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3DE81CCD-61D2-0C3F-DAFA-2445FF56C1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7459" y="1283306"/>
                  <a:ext cx="727889" cy="1618599"/>
                </a:xfrm>
                <a:prstGeom prst="rect">
                  <a:avLst/>
                </a:prstGeom>
                <a:blipFill>
                  <a:blip r:embed="rId16"/>
                  <a:stretch>
                    <a:fillRect l="-8197" r="-13934"/>
                  </a:stretch>
                </a:blip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9D1E8497-C93E-1AF8-FBFC-80A8FE5D5F95}"/>
                    </a:ext>
                  </a:extLst>
                </p:cNvPr>
                <p:cNvSpPr/>
                <p:nvPr/>
              </p:nvSpPr>
              <p:spPr>
                <a:xfrm>
                  <a:off x="5430675" y="1282299"/>
                  <a:ext cx="727889" cy="66328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F0E167F4-34AA-0D26-2F6D-5061AC18B9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675" y="1282299"/>
                  <a:ext cx="727889" cy="663286"/>
                </a:xfrm>
                <a:prstGeom prst="rect">
                  <a:avLst/>
                </a:prstGeom>
                <a:blipFill>
                  <a:blip r:embed="rId17"/>
                  <a:stretch>
                    <a:fillRect l="-8197" r="-13934"/>
                  </a:stretch>
                </a:blip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A481FC0-FFD5-26F6-A4CA-4463E53E8C8E}"/>
                </a:ext>
              </a:extLst>
            </p:cNvPr>
            <p:cNvSpPr/>
            <p:nvPr/>
          </p:nvSpPr>
          <p:spPr>
            <a:xfrm>
              <a:off x="2230395" y="0"/>
              <a:ext cx="2746918" cy="358963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dk1"/>
                  </a:solidFill>
                </a:rPr>
                <a:t>          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246D673-D899-D194-373B-3E898FC6796E}"/>
                </a:ext>
              </a:extLst>
            </p:cNvPr>
            <p:cNvSpPr txBox="1"/>
            <p:nvPr/>
          </p:nvSpPr>
          <p:spPr>
            <a:xfrm>
              <a:off x="3030429" y="368034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重复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次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5F7B973-CDE1-3C8F-0FC8-9958C474D134}"/>
                </a:ext>
              </a:extLst>
            </p:cNvPr>
            <p:cNvSpPr txBox="1"/>
            <p:nvPr/>
          </p:nvSpPr>
          <p:spPr>
            <a:xfrm>
              <a:off x="5818206" y="322030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个性化层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C5F4179-4E87-9660-E266-14423CE30D0D}"/>
                </a:ext>
              </a:extLst>
            </p:cNvPr>
            <p:cNvSpPr txBox="1"/>
            <p:nvPr/>
          </p:nvSpPr>
          <p:spPr>
            <a:xfrm>
              <a:off x="3145846" y="3235277"/>
              <a:ext cx="877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基础层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1FFB912-C3D3-30CE-549E-9C8E13BF6761}"/>
                </a:ext>
              </a:extLst>
            </p:cNvPr>
            <p:cNvSpPr txBox="1"/>
            <p:nvPr/>
          </p:nvSpPr>
          <p:spPr>
            <a:xfrm>
              <a:off x="912068" y="323527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编码器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8B88193-B91D-BD3D-33BD-D14E5647EB44}"/>
                </a:ext>
              </a:extLst>
            </p:cNvPr>
            <p:cNvSpPr txBox="1"/>
            <p:nvPr/>
          </p:nvSpPr>
          <p:spPr>
            <a:xfrm>
              <a:off x="8253223" y="321676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测量</a:t>
              </a: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232DB35-69AE-9F64-20B1-56A8279E59EA}"/>
              </a:ext>
            </a:extLst>
          </p:cNvPr>
          <p:cNvGrpSpPr/>
          <p:nvPr/>
        </p:nvGrpSpPr>
        <p:grpSpPr>
          <a:xfrm>
            <a:off x="3138694" y="2106797"/>
            <a:ext cx="7564407" cy="3320262"/>
            <a:chOff x="4541609" y="3396095"/>
            <a:chExt cx="7564407" cy="3320262"/>
          </a:xfrm>
        </p:grpSpPr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04051689-D63E-27FD-8466-1540F4A8416E}"/>
                </a:ext>
              </a:extLst>
            </p:cNvPr>
            <p:cNvSpPr txBox="1"/>
            <p:nvPr/>
          </p:nvSpPr>
          <p:spPr>
            <a:xfrm>
              <a:off x="11538587" y="6428719"/>
              <a:ext cx="567429" cy="287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标签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1E554107-1281-92D5-C89F-32E5243E9FE0}"/>
                </a:ext>
              </a:extLst>
            </p:cNvPr>
            <p:cNvSpPr txBox="1"/>
            <p:nvPr/>
          </p:nvSpPr>
          <p:spPr>
            <a:xfrm>
              <a:off x="11538586" y="5471546"/>
              <a:ext cx="567430" cy="287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预测</a:t>
              </a:r>
            </a:p>
          </p:txBody>
        </p: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868522E6-E8C7-78CA-F6C9-5336F709AD2B}"/>
                </a:ext>
              </a:extLst>
            </p:cNvPr>
            <p:cNvCxnSpPr>
              <a:cxnSpLocks/>
              <a:stCxn id="66" idx="0"/>
            </p:cNvCxnSpPr>
            <p:nvPr/>
          </p:nvCxnSpPr>
          <p:spPr>
            <a:xfrm flipV="1">
              <a:off x="11822301" y="5832385"/>
              <a:ext cx="0" cy="5963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连接符: 肘形 68">
              <a:extLst>
                <a:ext uri="{FF2B5EF4-FFF2-40B4-BE49-F238E27FC236}">
                  <a16:creationId xmlns:a16="http://schemas.microsoft.com/office/drawing/2014/main" id="{FFC00501-D3BD-FB87-155A-E93660C63723}"/>
                </a:ext>
              </a:extLst>
            </p:cNvPr>
            <p:cNvCxnSpPr>
              <a:cxnSpLocks/>
              <a:stCxn id="67" idx="0"/>
              <a:endCxn id="25" idx="0"/>
            </p:cNvCxnSpPr>
            <p:nvPr/>
          </p:nvCxnSpPr>
          <p:spPr>
            <a:xfrm rot="16200000" flipV="1">
              <a:off x="8079037" y="1728282"/>
              <a:ext cx="1437115" cy="6049414"/>
            </a:xfrm>
            <a:prstGeom prst="bentConnector3">
              <a:avLst>
                <a:gd name="adj1" fmla="val 132167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95B3BFF7-5D18-6C0D-74A6-33C8A57D0581}"/>
                </a:ext>
              </a:extLst>
            </p:cNvPr>
            <p:cNvCxnSpPr>
              <a:cxnSpLocks/>
              <a:endCxn id="67" idx="1"/>
            </p:cNvCxnSpPr>
            <p:nvPr/>
          </p:nvCxnSpPr>
          <p:spPr>
            <a:xfrm>
              <a:off x="11148095" y="5610390"/>
              <a:ext cx="390491" cy="49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46B478B5-CE0E-BE31-C158-299DFA9E6BDF}"/>
                </a:ext>
              </a:extLst>
            </p:cNvPr>
            <p:cNvSpPr txBox="1"/>
            <p:nvPr/>
          </p:nvSpPr>
          <p:spPr>
            <a:xfrm>
              <a:off x="4541609" y="3617514"/>
              <a:ext cx="1140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/>
                <a:t>更新参数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88EC9E6-0D83-F9EE-55D2-9627ECDB025F}"/>
                </a:ext>
              </a:extLst>
            </p:cNvPr>
            <p:cNvSpPr txBox="1"/>
            <p:nvPr/>
          </p:nvSpPr>
          <p:spPr>
            <a:xfrm>
              <a:off x="7987239" y="3396095"/>
              <a:ext cx="159642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计算损失函数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332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7E47BCB-345A-7842-8ECF-53D436F3E11F}"/>
              </a:ext>
            </a:extLst>
          </p:cNvPr>
          <p:cNvCxnSpPr/>
          <p:nvPr/>
        </p:nvCxnSpPr>
        <p:spPr>
          <a:xfrm>
            <a:off x="12356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97D49E-B52C-AF76-6CA3-32B22C39AD49}"/>
              </a:ext>
            </a:extLst>
          </p:cNvPr>
          <p:cNvCxnSpPr/>
          <p:nvPr/>
        </p:nvCxnSpPr>
        <p:spPr>
          <a:xfrm>
            <a:off x="12356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B8AC1E92-3C56-413B-0220-F32DCC37654E}"/>
              </a:ext>
            </a:extLst>
          </p:cNvPr>
          <p:cNvSpPr/>
          <p:nvPr/>
        </p:nvSpPr>
        <p:spPr>
          <a:xfrm>
            <a:off x="1593718" y="485885"/>
            <a:ext cx="753762" cy="33855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81438A4-C6C9-6B56-BAEC-FE65161BB2FB}"/>
              </a:ext>
            </a:extLst>
          </p:cNvPr>
          <p:cNvSpPr txBox="1"/>
          <p:nvPr/>
        </p:nvSpPr>
        <p:spPr>
          <a:xfrm>
            <a:off x="1699152" y="485885"/>
            <a:ext cx="59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9A02D8F9-3DF5-48A0-4C7B-A03DFF4F851A}"/>
              </a:ext>
            </a:extLst>
          </p:cNvPr>
          <p:cNvSpPr/>
          <p:nvPr/>
        </p:nvSpPr>
        <p:spPr>
          <a:xfrm>
            <a:off x="1039018" y="1484653"/>
            <a:ext cx="1855404" cy="338554"/>
          </a:xfrm>
          <a:prstGeom prst="roundRect">
            <a:avLst>
              <a:gd name="adj" fmla="val 4985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66F6AEF-869A-6A04-E314-B93919C8223E}"/>
              </a:ext>
            </a:extLst>
          </p:cNvPr>
          <p:cNvSpPr txBox="1"/>
          <p:nvPr/>
        </p:nvSpPr>
        <p:spPr>
          <a:xfrm>
            <a:off x="1039018" y="1484653"/>
            <a:ext cx="1855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计算振幅编码角度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B2DF353B-9EDB-E0FE-679C-D23BEF1F84DE}"/>
              </a:ext>
            </a:extLst>
          </p:cNvPr>
          <p:cNvSpPr/>
          <p:nvPr/>
        </p:nvSpPr>
        <p:spPr>
          <a:xfrm>
            <a:off x="1039018" y="2002925"/>
            <a:ext cx="1855405" cy="338554"/>
          </a:xfrm>
          <a:prstGeom prst="roundRect">
            <a:avLst>
              <a:gd name="adj" fmla="val 5735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1D40C77-55AC-EE91-D4EA-D3311F3921AF}"/>
              </a:ext>
            </a:extLst>
          </p:cNvPr>
          <p:cNvSpPr txBox="1"/>
          <p:nvPr/>
        </p:nvSpPr>
        <p:spPr>
          <a:xfrm>
            <a:off x="1039018" y="2002925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振幅编码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1C9211B-91C7-0152-75D2-1AAEBD7FBF4C}"/>
              </a:ext>
            </a:extLst>
          </p:cNvPr>
          <p:cNvSpPr/>
          <p:nvPr/>
        </p:nvSpPr>
        <p:spPr>
          <a:xfrm>
            <a:off x="1039018" y="2522828"/>
            <a:ext cx="1855405" cy="338554"/>
          </a:xfrm>
          <a:prstGeom prst="roundRect">
            <a:avLst>
              <a:gd name="adj" fmla="val 5735"/>
            </a:avLst>
          </a:prstGeom>
          <a:solidFill>
            <a:schemeClr val="accent5">
              <a:lumMod val="40000"/>
              <a:lumOff val="6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B794AEA-C139-06CB-2617-9D7553C27B1D}"/>
              </a:ext>
            </a:extLst>
          </p:cNvPr>
          <p:cNvSpPr txBox="1"/>
          <p:nvPr/>
        </p:nvSpPr>
        <p:spPr>
          <a:xfrm>
            <a:off x="1039018" y="2522828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同态拟设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4057598A-CECB-0112-47C8-DD788CE81433}"/>
              </a:ext>
            </a:extLst>
          </p:cNvPr>
          <p:cNvSpPr/>
          <p:nvPr/>
        </p:nvSpPr>
        <p:spPr>
          <a:xfrm>
            <a:off x="1039018" y="3562635"/>
            <a:ext cx="1855405" cy="338554"/>
          </a:xfrm>
          <a:prstGeom prst="roundRect">
            <a:avLst>
              <a:gd name="adj" fmla="val 8736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459CE92-E68B-86B4-4D9B-4253B8DF0A52}"/>
              </a:ext>
            </a:extLst>
          </p:cNvPr>
          <p:cNvSpPr txBox="1"/>
          <p:nvPr/>
        </p:nvSpPr>
        <p:spPr>
          <a:xfrm>
            <a:off x="1039018" y="3562635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计算损失函数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68518D3B-54E5-4800-FC94-59390A56A43C}"/>
              </a:ext>
            </a:extLst>
          </p:cNvPr>
          <p:cNvSpPr/>
          <p:nvPr/>
        </p:nvSpPr>
        <p:spPr>
          <a:xfrm>
            <a:off x="1042897" y="3039718"/>
            <a:ext cx="1855405" cy="338554"/>
          </a:xfrm>
          <a:prstGeom prst="roundRect">
            <a:avLst>
              <a:gd name="adj" fmla="val 7236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6179281E-6338-D3A0-35DA-4A6134E7B3D0}"/>
              </a:ext>
            </a:extLst>
          </p:cNvPr>
          <p:cNvSpPr txBox="1"/>
          <p:nvPr/>
        </p:nvSpPr>
        <p:spPr>
          <a:xfrm>
            <a:off x="1042897" y="3039718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</a:p>
        </p:txBody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0FBFB2F3-BD52-FD7D-8E42-45C3A309263C}"/>
              </a:ext>
            </a:extLst>
          </p:cNvPr>
          <p:cNvSpPr/>
          <p:nvPr/>
        </p:nvSpPr>
        <p:spPr>
          <a:xfrm>
            <a:off x="1008127" y="4087377"/>
            <a:ext cx="1917186" cy="1062681"/>
          </a:xfrm>
          <a:prstGeom prst="diamond">
            <a:avLst/>
          </a:prstGeom>
          <a:solidFill>
            <a:srgbClr val="DDD6E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44FCE8A-865D-6DD5-C433-D743224B067E}"/>
              </a:ext>
            </a:extLst>
          </p:cNvPr>
          <p:cNvSpPr txBox="1"/>
          <p:nvPr/>
        </p:nvSpPr>
        <p:spPr>
          <a:xfrm>
            <a:off x="1347109" y="4246497"/>
            <a:ext cx="12618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是否达到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指定训练轮次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或精度？</a:t>
            </a:r>
          </a:p>
        </p:txBody>
      </p: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8FC08000-1506-4594-3213-C1489D8FE9C0}"/>
              </a:ext>
            </a:extLst>
          </p:cNvPr>
          <p:cNvCxnSpPr>
            <a:stCxn id="79" idx="1"/>
            <a:endCxn id="74" idx="1"/>
          </p:cNvCxnSpPr>
          <p:nvPr/>
        </p:nvCxnSpPr>
        <p:spPr>
          <a:xfrm rot="10800000" flipH="1">
            <a:off x="1008126" y="2676718"/>
            <a:ext cx="30891" cy="1942001"/>
          </a:xfrm>
          <a:prstGeom prst="bentConnector3">
            <a:avLst>
              <a:gd name="adj1" fmla="val -174005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EEF895ED-2A51-9D40-3FDB-9D9489271FA1}"/>
              </a:ext>
            </a:extLst>
          </p:cNvPr>
          <p:cNvCxnSpPr>
            <a:cxnSpLocks/>
            <a:stCxn id="67" idx="2"/>
            <a:endCxn id="140" idx="0"/>
          </p:cNvCxnSpPr>
          <p:nvPr/>
        </p:nvCxnSpPr>
        <p:spPr>
          <a:xfrm>
            <a:off x="1970599" y="824439"/>
            <a:ext cx="0" cy="1755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C458FE18-AE10-9BDD-0076-44B58DBECBE5}"/>
              </a:ext>
            </a:extLst>
          </p:cNvPr>
          <p:cNvCxnSpPr>
            <a:cxnSpLocks/>
            <a:stCxn id="69" idx="2"/>
            <a:endCxn id="72" idx="0"/>
          </p:cNvCxnSpPr>
          <p:nvPr/>
        </p:nvCxnSpPr>
        <p:spPr>
          <a:xfrm>
            <a:off x="1966720" y="1823207"/>
            <a:ext cx="1" cy="179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5E76818F-5EDB-4F79-F179-A79239B0CD43}"/>
              </a:ext>
            </a:extLst>
          </p:cNvPr>
          <p:cNvCxnSpPr>
            <a:stCxn id="71" idx="2"/>
            <a:endCxn id="74" idx="0"/>
          </p:cNvCxnSpPr>
          <p:nvPr/>
        </p:nvCxnSpPr>
        <p:spPr>
          <a:xfrm>
            <a:off x="1966721" y="2341479"/>
            <a:ext cx="0" cy="1813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6DB9F951-F613-C7CB-1377-2C86BC70D075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1966721" y="2861382"/>
            <a:ext cx="3879" cy="1783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2C13C2C2-6C96-B926-D404-B2B5D2A8C3DE}"/>
              </a:ext>
            </a:extLst>
          </p:cNvPr>
          <p:cNvCxnSpPr>
            <a:cxnSpLocks/>
            <a:stCxn id="77" idx="2"/>
            <a:endCxn id="76" idx="0"/>
          </p:cNvCxnSpPr>
          <p:nvPr/>
        </p:nvCxnSpPr>
        <p:spPr>
          <a:xfrm flipH="1">
            <a:off x="1966721" y="3378272"/>
            <a:ext cx="3879" cy="1843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94577CE0-19C1-FBB0-3B92-42062A11DF64}"/>
              </a:ext>
            </a:extLst>
          </p:cNvPr>
          <p:cNvCxnSpPr>
            <a:stCxn id="75" idx="2"/>
            <a:endCxn id="79" idx="0"/>
          </p:cNvCxnSpPr>
          <p:nvPr/>
        </p:nvCxnSpPr>
        <p:spPr>
          <a:xfrm flipH="1">
            <a:off x="1966720" y="3901189"/>
            <a:ext cx="1" cy="1861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B59D68FB-0895-0737-D50D-5253798258CA}"/>
              </a:ext>
            </a:extLst>
          </p:cNvPr>
          <p:cNvSpPr/>
          <p:nvPr/>
        </p:nvSpPr>
        <p:spPr>
          <a:xfrm>
            <a:off x="1589839" y="5826805"/>
            <a:ext cx="753762" cy="33855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06A52A8-4837-73AF-BE1C-58DD769EB4FB}"/>
              </a:ext>
            </a:extLst>
          </p:cNvPr>
          <p:cNvSpPr txBox="1"/>
          <p:nvPr/>
        </p:nvSpPr>
        <p:spPr>
          <a:xfrm>
            <a:off x="1668268" y="5826805"/>
            <a:ext cx="59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9BE8EA03-812A-0C66-E1F8-8BA80CA05856}"/>
              </a:ext>
            </a:extLst>
          </p:cNvPr>
          <p:cNvCxnSpPr>
            <a:cxnSpLocks/>
            <a:stCxn id="79" idx="2"/>
            <a:endCxn id="129" idx="0"/>
          </p:cNvCxnSpPr>
          <p:nvPr/>
        </p:nvCxnSpPr>
        <p:spPr>
          <a:xfrm flipH="1">
            <a:off x="1962609" y="5150058"/>
            <a:ext cx="4111" cy="1846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83A4581B-9CEB-989F-218B-4E530129596C}"/>
              </a:ext>
            </a:extLst>
          </p:cNvPr>
          <p:cNvSpPr txBox="1"/>
          <p:nvPr/>
        </p:nvSpPr>
        <p:spPr>
          <a:xfrm>
            <a:off x="115182" y="409248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否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13266206-3B61-4BA6-3B52-2B68D2376BDE}"/>
              </a:ext>
            </a:extLst>
          </p:cNvPr>
          <p:cNvSpPr txBox="1"/>
          <p:nvPr/>
        </p:nvSpPr>
        <p:spPr>
          <a:xfrm>
            <a:off x="1557318" y="505924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是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EE067518-CF24-668E-CB57-5E1F37A629A3}"/>
              </a:ext>
            </a:extLst>
          </p:cNvPr>
          <p:cNvSpPr/>
          <p:nvPr/>
        </p:nvSpPr>
        <p:spPr>
          <a:xfrm>
            <a:off x="12356" y="3245553"/>
            <a:ext cx="934057" cy="338554"/>
          </a:xfrm>
          <a:prstGeom prst="roundRect">
            <a:avLst>
              <a:gd name="adj" fmla="val 8736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23533B3C-520B-FA63-AF64-267FF19D7D9A}"/>
              </a:ext>
            </a:extLst>
          </p:cNvPr>
          <p:cNvSpPr txBox="1"/>
          <p:nvPr/>
        </p:nvSpPr>
        <p:spPr>
          <a:xfrm>
            <a:off x="12357" y="3245552"/>
            <a:ext cx="934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优化器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B0838035-61B1-2683-773B-ED1D9A93DEEE}"/>
              </a:ext>
            </a:extLst>
          </p:cNvPr>
          <p:cNvGrpSpPr/>
          <p:nvPr/>
        </p:nvGrpSpPr>
        <p:grpSpPr>
          <a:xfrm>
            <a:off x="5047799" y="157728"/>
            <a:ext cx="753762" cy="338554"/>
            <a:chOff x="7277014" y="451423"/>
            <a:chExt cx="753762" cy="338554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CEC1FE03-B47E-8B01-2115-9F841B80ECBA}"/>
                </a:ext>
              </a:extLst>
            </p:cNvPr>
            <p:cNvSpPr/>
            <p:nvPr/>
          </p:nvSpPr>
          <p:spPr>
            <a:xfrm>
              <a:off x="7277014" y="451423"/>
              <a:ext cx="753762" cy="33855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A6984E2C-7EF4-4B56-B982-40FA58DF3F21}"/>
                </a:ext>
              </a:extLst>
            </p:cNvPr>
            <p:cNvSpPr txBox="1"/>
            <p:nvPr/>
          </p:nvSpPr>
          <p:spPr>
            <a:xfrm>
              <a:off x="7355443" y="451423"/>
              <a:ext cx="596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</a:t>
              </a:r>
            </a:p>
          </p:txBody>
        </p:sp>
      </p:grp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18225209-D13A-9CBA-8DA7-CE3493FD6BAA}"/>
              </a:ext>
            </a:extLst>
          </p:cNvPr>
          <p:cNvSpPr/>
          <p:nvPr/>
        </p:nvSpPr>
        <p:spPr>
          <a:xfrm>
            <a:off x="4496978" y="1251270"/>
            <a:ext cx="1855404" cy="338554"/>
          </a:xfrm>
          <a:prstGeom prst="roundRect">
            <a:avLst>
              <a:gd name="adj" fmla="val 94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4405899-E429-0395-CA7F-450735AFFD99}"/>
              </a:ext>
            </a:extLst>
          </p:cNvPr>
          <p:cNvSpPr txBox="1"/>
          <p:nvPr/>
        </p:nvSpPr>
        <p:spPr>
          <a:xfrm>
            <a:off x="4496978" y="1251270"/>
            <a:ext cx="1855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编码量子态</a:t>
            </a: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401372E5-756E-F0C9-5D54-0274364F242D}"/>
              </a:ext>
            </a:extLst>
          </p:cNvPr>
          <p:cNvSpPr/>
          <p:nvPr/>
        </p:nvSpPr>
        <p:spPr>
          <a:xfrm>
            <a:off x="4496978" y="1813357"/>
            <a:ext cx="1855405" cy="338554"/>
          </a:xfrm>
          <a:prstGeom prst="roundRect">
            <a:avLst>
              <a:gd name="adj" fmla="val 648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E0ED3D8-BF79-D688-526A-F3D1530B36B5}"/>
              </a:ext>
            </a:extLst>
          </p:cNvPr>
          <p:cNvSpPr txBox="1"/>
          <p:nvPr/>
        </p:nvSpPr>
        <p:spPr>
          <a:xfrm>
            <a:off x="4496978" y="1813357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泡利密钥加密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FB132E17-4493-AF35-4CA3-E63D3A8D7D19}"/>
              </a:ext>
            </a:extLst>
          </p:cNvPr>
          <p:cNvGrpSpPr/>
          <p:nvPr/>
        </p:nvGrpSpPr>
        <p:grpSpPr>
          <a:xfrm>
            <a:off x="4496978" y="2937531"/>
            <a:ext cx="1855405" cy="338554"/>
            <a:chOff x="6726193" y="2723136"/>
            <a:chExt cx="1855405" cy="338554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684FDC19-FD22-C740-FBB9-386FFE4B151C}"/>
                </a:ext>
              </a:extLst>
            </p:cNvPr>
            <p:cNvSpPr/>
            <p:nvPr/>
          </p:nvSpPr>
          <p:spPr>
            <a:xfrm>
              <a:off x="6726193" y="2723136"/>
              <a:ext cx="1855405" cy="338554"/>
            </a:xfrm>
            <a:prstGeom prst="roundRect">
              <a:avLst>
                <a:gd name="adj" fmla="val 10237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F1F609EC-8481-04A4-CF08-2CEA9BB95619}"/>
                </a:ext>
              </a:extLst>
            </p:cNvPr>
            <p:cNvSpPr txBox="1"/>
            <p:nvPr/>
          </p:nvSpPr>
          <p:spPr>
            <a:xfrm>
              <a:off x="6726193" y="2723136"/>
              <a:ext cx="185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泡利密钥更新</a:t>
              </a: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14B5FFA2-7649-A1EF-EF48-B072032322A4}"/>
              </a:ext>
            </a:extLst>
          </p:cNvPr>
          <p:cNvGrpSpPr/>
          <p:nvPr/>
        </p:nvGrpSpPr>
        <p:grpSpPr>
          <a:xfrm>
            <a:off x="4496978" y="4061706"/>
            <a:ext cx="1855405" cy="338554"/>
            <a:chOff x="6726193" y="4422939"/>
            <a:chExt cx="1855405" cy="338554"/>
          </a:xfrm>
        </p:grpSpPr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F1D46078-0E23-0189-24E8-4B7E5F1FC8CE}"/>
                </a:ext>
              </a:extLst>
            </p:cNvPr>
            <p:cNvSpPr/>
            <p:nvPr/>
          </p:nvSpPr>
          <p:spPr>
            <a:xfrm>
              <a:off x="6726193" y="4422939"/>
              <a:ext cx="1855405" cy="338554"/>
            </a:xfrm>
            <a:prstGeom prst="roundRect">
              <a:avLst>
                <a:gd name="adj" fmla="val 948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90939CAC-C34B-5FEF-78EA-45604A9C991A}"/>
                </a:ext>
              </a:extLst>
            </p:cNvPr>
            <p:cNvSpPr txBox="1"/>
            <p:nvPr/>
          </p:nvSpPr>
          <p:spPr>
            <a:xfrm>
              <a:off x="6726193" y="4422939"/>
              <a:ext cx="185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解密</a:t>
              </a: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670B51E1-094C-BE3E-374A-FD7531552369}"/>
              </a:ext>
            </a:extLst>
          </p:cNvPr>
          <p:cNvGrpSpPr/>
          <p:nvPr/>
        </p:nvGrpSpPr>
        <p:grpSpPr>
          <a:xfrm>
            <a:off x="4496978" y="3499618"/>
            <a:ext cx="1855405" cy="338554"/>
            <a:chOff x="6726193" y="3618594"/>
            <a:chExt cx="1855405" cy="338554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160B0699-8C73-9DB4-E055-892C0F346968}"/>
                </a:ext>
              </a:extLst>
            </p:cNvPr>
            <p:cNvSpPr/>
            <p:nvPr/>
          </p:nvSpPr>
          <p:spPr>
            <a:xfrm>
              <a:off x="6726193" y="3618594"/>
              <a:ext cx="1855405" cy="338554"/>
            </a:xfrm>
            <a:prstGeom prst="roundRect">
              <a:avLst>
                <a:gd name="adj" fmla="val 648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794FDC38-5EAB-CCB5-938B-110882DC5AC7}"/>
                </a:ext>
              </a:extLst>
            </p:cNvPr>
            <p:cNvSpPr txBox="1"/>
            <p:nvPr/>
          </p:nvSpPr>
          <p:spPr>
            <a:xfrm>
              <a:off x="6726193" y="3618594"/>
              <a:ext cx="185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同态拟设参数更新</a:t>
              </a: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C03D1EBD-78EB-3613-21F1-DE77B22636A5}"/>
              </a:ext>
            </a:extLst>
          </p:cNvPr>
          <p:cNvCxnSpPr>
            <a:cxnSpLocks/>
          </p:cNvCxnSpPr>
          <p:nvPr/>
        </p:nvCxnSpPr>
        <p:spPr>
          <a:xfrm>
            <a:off x="5424680" y="496282"/>
            <a:ext cx="1" cy="2284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840369C-B71D-EFAF-0BB7-106E7CA2BDB8}"/>
              </a:ext>
            </a:extLst>
          </p:cNvPr>
          <p:cNvCxnSpPr>
            <a:cxnSpLocks/>
          </p:cNvCxnSpPr>
          <p:nvPr/>
        </p:nvCxnSpPr>
        <p:spPr>
          <a:xfrm>
            <a:off x="5424680" y="1589824"/>
            <a:ext cx="1" cy="2235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DAD26E72-A35F-F44D-4DF3-B3EFA20365E5}"/>
              </a:ext>
            </a:extLst>
          </p:cNvPr>
          <p:cNvCxnSpPr>
            <a:cxnSpLocks/>
          </p:cNvCxnSpPr>
          <p:nvPr/>
        </p:nvCxnSpPr>
        <p:spPr>
          <a:xfrm>
            <a:off x="5424680" y="2151911"/>
            <a:ext cx="0" cy="2235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8CBEAC81-E0F8-8563-4A90-626339C38EAE}"/>
              </a:ext>
            </a:extLst>
          </p:cNvPr>
          <p:cNvCxnSpPr>
            <a:cxnSpLocks/>
          </p:cNvCxnSpPr>
          <p:nvPr/>
        </p:nvCxnSpPr>
        <p:spPr>
          <a:xfrm>
            <a:off x="5424680" y="3276085"/>
            <a:ext cx="0" cy="2235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6DD75EAB-BF2A-80BB-3965-351E9D3EF831}"/>
              </a:ext>
            </a:extLst>
          </p:cNvPr>
          <p:cNvCxnSpPr>
            <a:cxnSpLocks/>
          </p:cNvCxnSpPr>
          <p:nvPr/>
        </p:nvCxnSpPr>
        <p:spPr>
          <a:xfrm>
            <a:off x="5424680" y="3838172"/>
            <a:ext cx="0" cy="2235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C466C3CB-5115-E8DD-DDE0-ADA40927CA8E}"/>
              </a:ext>
            </a:extLst>
          </p:cNvPr>
          <p:cNvCxnSpPr>
            <a:cxnSpLocks/>
          </p:cNvCxnSpPr>
          <p:nvPr/>
        </p:nvCxnSpPr>
        <p:spPr>
          <a:xfrm>
            <a:off x="5422139" y="4400260"/>
            <a:ext cx="5083" cy="2004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B8C9604D-A62E-E1CD-05E9-5267B74D4661}"/>
              </a:ext>
            </a:extLst>
          </p:cNvPr>
          <p:cNvGrpSpPr/>
          <p:nvPr/>
        </p:nvGrpSpPr>
        <p:grpSpPr>
          <a:xfrm>
            <a:off x="5052882" y="5123885"/>
            <a:ext cx="753762" cy="338554"/>
            <a:chOff x="7277014" y="5038191"/>
            <a:chExt cx="753762" cy="338554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88469E94-3F6D-D2B2-BC19-26CB216209B2}"/>
                </a:ext>
              </a:extLst>
            </p:cNvPr>
            <p:cNvSpPr/>
            <p:nvPr/>
          </p:nvSpPr>
          <p:spPr>
            <a:xfrm>
              <a:off x="7277014" y="5038191"/>
              <a:ext cx="753762" cy="33855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64DF54AA-6951-E9CF-73C7-3F7AAC26E6A0}"/>
                </a:ext>
              </a:extLst>
            </p:cNvPr>
            <p:cNvSpPr txBox="1"/>
            <p:nvPr/>
          </p:nvSpPr>
          <p:spPr>
            <a:xfrm>
              <a:off x="7355443" y="5053271"/>
              <a:ext cx="596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</a:t>
              </a:r>
            </a:p>
          </p:txBody>
        </p:sp>
      </p:grp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FBE4FE95-C4AE-6F9A-4FF8-4F5DB7A2109E}"/>
              </a:ext>
            </a:extLst>
          </p:cNvPr>
          <p:cNvSpPr/>
          <p:nvPr/>
        </p:nvSpPr>
        <p:spPr>
          <a:xfrm>
            <a:off x="4496978" y="2375444"/>
            <a:ext cx="1855405" cy="338554"/>
          </a:xfrm>
          <a:prstGeom prst="roundRect">
            <a:avLst>
              <a:gd name="adj" fmla="val 573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B2DF77CB-ACBD-A3AD-91D3-8B73C2663363}"/>
              </a:ext>
            </a:extLst>
          </p:cNvPr>
          <p:cNvSpPr txBox="1"/>
          <p:nvPr/>
        </p:nvSpPr>
        <p:spPr>
          <a:xfrm>
            <a:off x="4496978" y="2375444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量子态加密</a:t>
            </a: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C31C0202-E465-5618-52EA-FF49E88D0566}"/>
              </a:ext>
            </a:extLst>
          </p:cNvPr>
          <p:cNvCxnSpPr>
            <a:cxnSpLocks/>
          </p:cNvCxnSpPr>
          <p:nvPr/>
        </p:nvCxnSpPr>
        <p:spPr>
          <a:xfrm>
            <a:off x="5424680" y="2713998"/>
            <a:ext cx="0" cy="2235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平行四边形 127">
            <a:extLst>
              <a:ext uri="{FF2B5EF4-FFF2-40B4-BE49-F238E27FC236}">
                <a16:creationId xmlns:a16="http://schemas.microsoft.com/office/drawing/2014/main" id="{1CF5C8D4-2FF4-8327-5C60-D818A84C839B}"/>
              </a:ext>
            </a:extLst>
          </p:cNvPr>
          <p:cNvSpPr/>
          <p:nvPr/>
        </p:nvSpPr>
        <p:spPr>
          <a:xfrm>
            <a:off x="1034906" y="5338368"/>
            <a:ext cx="1886291" cy="30777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87241D6C-3FD4-F1B3-E28B-E3B2A0C3E644}"/>
              </a:ext>
            </a:extLst>
          </p:cNvPr>
          <p:cNvSpPr txBox="1"/>
          <p:nvPr/>
        </p:nvSpPr>
        <p:spPr>
          <a:xfrm>
            <a:off x="1034906" y="5334665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输出同态拟设参数</a:t>
            </a: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8BD582C8-E7A4-7E08-C8FA-FE8394336244}"/>
              </a:ext>
            </a:extLst>
          </p:cNvPr>
          <p:cNvCxnSpPr>
            <a:cxnSpLocks/>
            <a:stCxn id="129" idx="2"/>
            <a:endCxn id="89" idx="0"/>
          </p:cNvCxnSpPr>
          <p:nvPr/>
        </p:nvCxnSpPr>
        <p:spPr>
          <a:xfrm>
            <a:off x="1962609" y="5642442"/>
            <a:ext cx="4111" cy="1843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平行四边形 138">
            <a:extLst>
              <a:ext uri="{FF2B5EF4-FFF2-40B4-BE49-F238E27FC236}">
                <a16:creationId xmlns:a16="http://schemas.microsoft.com/office/drawing/2014/main" id="{67ECC37D-11EE-045C-635D-289C69AD93A4}"/>
              </a:ext>
            </a:extLst>
          </p:cNvPr>
          <p:cNvSpPr/>
          <p:nvPr/>
        </p:nvSpPr>
        <p:spPr>
          <a:xfrm>
            <a:off x="1054459" y="996714"/>
            <a:ext cx="1886291" cy="30777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8CF7E39-7053-33A4-7125-892DB08B3967}"/>
              </a:ext>
            </a:extLst>
          </p:cNvPr>
          <p:cNvSpPr txBox="1"/>
          <p:nvPr/>
        </p:nvSpPr>
        <p:spPr>
          <a:xfrm>
            <a:off x="1042896" y="1000028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输入原始图像</a:t>
            </a:r>
          </a:p>
        </p:txBody>
      </p: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1DB699F2-A062-37C3-9DDF-14DEF8485D0F}"/>
              </a:ext>
            </a:extLst>
          </p:cNvPr>
          <p:cNvCxnSpPr>
            <a:cxnSpLocks/>
            <a:stCxn id="140" idx="2"/>
            <a:endCxn id="70" idx="0"/>
          </p:cNvCxnSpPr>
          <p:nvPr/>
        </p:nvCxnSpPr>
        <p:spPr>
          <a:xfrm flipH="1">
            <a:off x="1966720" y="1307805"/>
            <a:ext cx="3879" cy="1768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平行四边形 172">
            <a:extLst>
              <a:ext uri="{FF2B5EF4-FFF2-40B4-BE49-F238E27FC236}">
                <a16:creationId xmlns:a16="http://schemas.microsoft.com/office/drawing/2014/main" id="{BBB05080-665A-A0CA-EC77-034A81C47FB6}"/>
              </a:ext>
            </a:extLst>
          </p:cNvPr>
          <p:cNvSpPr/>
          <p:nvPr/>
        </p:nvSpPr>
        <p:spPr>
          <a:xfrm>
            <a:off x="4508541" y="721448"/>
            <a:ext cx="1886291" cy="30777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03345BC-A10B-78F9-B96B-F97EC573399D}"/>
              </a:ext>
            </a:extLst>
          </p:cNvPr>
          <p:cNvSpPr txBox="1"/>
          <p:nvPr/>
        </p:nvSpPr>
        <p:spPr>
          <a:xfrm>
            <a:off x="4496978" y="724762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输入原始图像</a:t>
            </a:r>
          </a:p>
        </p:txBody>
      </p:sp>
      <p:sp>
        <p:nvSpPr>
          <p:cNvPr id="175" name="平行四边形 174">
            <a:extLst>
              <a:ext uri="{FF2B5EF4-FFF2-40B4-BE49-F238E27FC236}">
                <a16:creationId xmlns:a16="http://schemas.microsoft.com/office/drawing/2014/main" id="{8E43A2D0-7FD5-325D-AAF2-AEAF7FF02B8A}"/>
              </a:ext>
            </a:extLst>
          </p:cNvPr>
          <p:cNvSpPr/>
          <p:nvPr/>
        </p:nvSpPr>
        <p:spPr>
          <a:xfrm>
            <a:off x="4444060" y="4597377"/>
            <a:ext cx="1886291" cy="30777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C0A39D9D-FF28-FCAC-0C94-14CC731E49EF}"/>
              </a:ext>
            </a:extLst>
          </p:cNvPr>
          <p:cNvSpPr txBox="1"/>
          <p:nvPr/>
        </p:nvSpPr>
        <p:spPr>
          <a:xfrm>
            <a:off x="4502061" y="4600691"/>
            <a:ext cx="185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输出分类结果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93C8C051-418F-A1E5-658E-20B31CE8AEA3}"/>
              </a:ext>
            </a:extLst>
          </p:cNvPr>
          <p:cNvCxnSpPr>
            <a:cxnSpLocks/>
          </p:cNvCxnSpPr>
          <p:nvPr/>
        </p:nvCxnSpPr>
        <p:spPr>
          <a:xfrm flipH="1">
            <a:off x="5424680" y="1032539"/>
            <a:ext cx="1" cy="2187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972A2E52-997B-7AD2-A42C-618672143EE3}"/>
              </a:ext>
            </a:extLst>
          </p:cNvPr>
          <p:cNvCxnSpPr>
            <a:cxnSpLocks/>
            <a:stCxn id="176" idx="2"/>
            <a:endCxn id="114" idx="0"/>
          </p:cNvCxnSpPr>
          <p:nvPr/>
        </p:nvCxnSpPr>
        <p:spPr>
          <a:xfrm flipH="1">
            <a:off x="5429763" y="4908468"/>
            <a:ext cx="1" cy="2304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953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126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26788</TotalTime>
  <Words>1240</Words>
  <Application>Microsoft Office PowerPoint</Application>
  <PresentationFormat>宽屏</PresentationFormat>
  <Paragraphs>395</Paragraphs>
  <Slides>19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等线</vt:lpstr>
      <vt:lpstr>等线 Light</vt:lpstr>
      <vt:lpstr>宋体</vt:lpstr>
      <vt:lpstr>微软雅黑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添 陈</dc:creator>
  <cp:lastModifiedBy>添 陈</cp:lastModifiedBy>
  <cp:revision>284</cp:revision>
  <dcterms:created xsi:type="dcterms:W3CDTF">2024-03-04T02:24:09Z</dcterms:created>
  <dcterms:modified xsi:type="dcterms:W3CDTF">2024-05-30T03:23:46Z</dcterms:modified>
</cp:coreProperties>
</file>